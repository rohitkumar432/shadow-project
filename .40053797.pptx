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316" r:id="rId5"/>
    <p:sldId id="820" r:id="rId6"/>
    <p:sldId id="319" r:id="rId7"/>
    <p:sldId id="1973" r:id="rId8"/>
    <p:sldId id="1967" r:id="rId9"/>
    <p:sldId id="1972" r:id="rId10"/>
    <p:sldId id="1970" r:id="rId11"/>
    <p:sldId id="1968" r:id="rId12"/>
    <p:sldId id="1971" r:id="rId13"/>
    <p:sldId id="1990" r:id="rId14"/>
    <p:sldId id="1974" r:id="rId15"/>
    <p:sldId id="1975" r:id="rId16"/>
    <p:sldId id="1976" r:id="rId17"/>
    <p:sldId id="1977" r:id="rId18"/>
    <p:sldId id="1978" r:id="rId19"/>
    <p:sldId id="1979" r:id="rId20"/>
    <p:sldId id="1980" r:id="rId21"/>
    <p:sldId id="1981" r:id="rId22"/>
    <p:sldId id="1982" r:id="rId23"/>
    <p:sldId id="1983" r:id="rId24"/>
    <p:sldId id="1984" r:id="rId25"/>
    <p:sldId id="1985" r:id="rId26"/>
    <p:sldId id="1986" r:id="rId27"/>
    <p:sldId id="1987" r:id="rId28"/>
    <p:sldId id="1988" r:id="rId29"/>
    <p:sldId id="1989" r:id="rId30"/>
    <p:sldId id="269" r:id="rId31"/>
  </p:sldIdLst>
  <p:sldSz cx="9144000" cy="5143500" type="screen16x9"/>
  <p:notesSz cx="7010400" cy="92964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CF0C2E-7C6C-4945-B436-2E2529B806FB}">
          <p14:sldIdLst/>
        </p14:section>
        <p14:section name="Standard Template" id="{C1082A52-EBE4-42FC-AC72-182965B8F77D}">
          <p14:sldIdLst>
            <p14:sldId id="316"/>
            <p14:sldId id="820"/>
            <p14:sldId id="319"/>
            <p14:sldId id="1973"/>
            <p14:sldId id="1967"/>
          </p14:sldIdLst>
        </p14:section>
        <p14:section name="Untitled Section" id="{4719769B-E919-4A70-B722-A26127311B13}">
          <p14:sldIdLst>
            <p14:sldId id="1972"/>
            <p14:sldId id="1970"/>
            <p14:sldId id="1968"/>
            <p14:sldId id="1971"/>
            <p14:sldId id="1990"/>
            <p14:sldId id="1974"/>
            <p14:sldId id="1975"/>
            <p14:sldId id="1976"/>
            <p14:sldId id="1977"/>
            <p14:sldId id="1978"/>
            <p14:sldId id="1979"/>
            <p14:sldId id="1980"/>
            <p14:sldId id="1981"/>
            <p14:sldId id="1982"/>
            <p14:sldId id="1983"/>
            <p14:sldId id="1984"/>
            <p14:sldId id="1985"/>
            <p14:sldId id="1986"/>
            <p14:sldId id="1987"/>
            <p14:sldId id="1988"/>
            <p14:sldId id="1989"/>
          </p14:sldIdLst>
        </p14:section>
        <p14:section name="Additional Section" id="{AE277C95-68F2-4D3F-BE70-E85082A6F72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rutha S" initials="AS" lastIdx="2" clrIdx="0">
    <p:extLst>
      <p:ext uri="{19B8F6BF-5375-455C-9EA6-DF929625EA0E}">
        <p15:presenceInfo xmlns:p15="http://schemas.microsoft.com/office/powerpoint/2012/main" userId="S-1-5-21-1594105604-433220334-1481692675-42639" providerId="AD"/>
      </p:ext>
    </p:extLst>
  </p:cmAuthor>
  <p:cmAuthor id="2" name="Jagyan Prakash Mishra" initials="JPM" lastIdx="1" clrIdx="1">
    <p:extLst>
      <p:ext uri="{19B8F6BF-5375-455C-9EA6-DF929625EA0E}">
        <p15:presenceInfo xmlns:p15="http://schemas.microsoft.com/office/powerpoint/2012/main" userId="S::Jagyan.Mishra@Ltts.com::e9006520-dcc7-4ee7-b55f-4f75dfb5799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8EFF"/>
    <a:srgbClr val="CFD5EA"/>
    <a:srgbClr val="0077BD"/>
    <a:srgbClr val="003F72"/>
    <a:srgbClr val="F8C300"/>
    <a:srgbClr val="1F1A17"/>
    <a:srgbClr val="989898"/>
    <a:srgbClr val="3576D7"/>
    <a:srgbClr val="7F7F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B43CB-9A4B-4AD4-8D55-8FB55E4B0E29}" v="40" dt="2026-08-20T17:34:49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Kumar" userId="42cfd26f646fde03" providerId="LiveId" clId="{9B19CF27-92BD-4837-94A0-CC150937BBFB}"/>
    <pc:docChg chg="undo custSel addSld modSld modSection">
      <pc:chgData name="Rohit Kumar" userId="42cfd26f646fde03" providerId="LiveId" clId="{9B19CF27-92BD-4837-94A0-CC150937BBFB}" dt="2026-08-20T17:40:35.538" v="591" actId="22"/>
      <pc:docMkLst>
        <pc:docMk/>
      </pc:docMkLst>
      <pc:sldChg chg="modSp mod">
        <pc:chgData name="Rohit Kumar" userId="42cfd26f646fde03" providerId="LiveId" clId="{9B19CF27-92BD-4837-94A0-CC150937BBFB}" dt="2026-08-20T16:22:02.577" v="93" actId="14100"/>
        <pc:sldMkLst>
          <pc:docMk/>
          <pc:sldMk cId="1191089205" sldId="316"/>
        </pc:sldMkLst>
        <pc:spChg chg="mod">
          <ac:chgData name="Rohit Kumar" userId="42cfd26f646fde03" providerId="LiveId" clId="{9B19CF27-92BD-4837-94A0-CC150937BBFB}" dt="2026-08-20T16:22:02.577" v="93" actId="14100"/>
          <ac:spMkLst>
            <pc:docMk/>
            <pc:sldMk cId="1191089205" sldId="316"/>
            <ac:spMk id="4" creationId="{00000000-0000-0000-0000-000000000000}"/>
          </ac:spMkLst>
        </pc:spChg>
        <pc:picChg chg="mod">
          <ac:chgData name="Rohit Kumar" userId="42cfd26f646fde03" providerId="LiveId" clId="{9B19CF27-92BD-4837-94A0-CC150937BBFB}" dt="2026-08-20T16:21:09.931" v="89" actId="1076"/>
          <ac:picMkLst>
            <pc:docMk/>
            <pc:sldMk cId="1191089205" sldId="316"/>
            <ac:picMk id="11" creationId="{00000000-0000-0000-0000-000000000000}"/>
          </ac:picMkLst>
        </pc:picChg>
      </pc:sldChg>
      <pc:sldChg chg="modSp mod">
        <pc:chgData name="Rohit Kumar" userId="42cfd26f646fde03" providerId="LiveId" clId="{9B19CF27-92BD-4837-94A0-CC150937BBFB}" dt="2026-08-20T16:39:36.020" v="151" actId="1076"/>
        <pc:sldMkLst>
          <pc:docMk/>
          <pc:sldMk cId="3936802899" sldId="319"/>
        </pc:sldMkLst>
        <pc:spChg chg="mod">
          <ac:chgData name="Rohit Kumar" userId="42cfd26f646fde03" providerId="LiveId" clId="{9B19CF27-92BD-4837-94A0-CC150937BBFB}" dt="2026-08-20T16:26:10.411" v="118" actId="20577"/>
          <ac:spMkLst>
            <pc:docMk/>
            <pc:sldMk cId="3936802899" sldId="319"/>
            <ac:spMk id="4" creationId="{00000000-0000-0000-0000-000000000000}"/>
          </ac:spMkLst>
        </pc:spChg>
        <pc:spChg chg="mod">
          <ac:chgData name="Rohit Kumar" userId="42cfd26f646fde03" providerId="LiveId" clId="{9B19CF27-92BD-4837-94A0-CC150937BBFB}" dt="2026-08-20T16:39:36.020" v="151" actId="1076"/>
          <ac:spMkLst>
            <pc:docMk/>
            <pc:sldMk cId="3936802899" sldId="319"/>
            <ac:spMk id="5" creationId="{00000000-0000-0000-0000-000000000000}"/>
          </ac:spMkLst>
        </pc:spChg>
      </pc:sldChg>
      <pc:sldChg chg="modSp mod">
        <pc:chgData name="Rohit Kumar" userId="42cfd26f646fde03" providerId="LiveId" clId="{9B19CF27-92BD-4837-94A0-CC150937BBFB}" dt="2026-08-20T16:15:11.067" v="51" actId="20577"/>
        <pc:sldMkLst>
          <pc:docMk/>
          <pc:sldMk cId="3723235225" sldId="820"/>
        </pc:sldMkLst>
        <pc:graphicFrameChg chg="modGraphic">
          <ac:chgData name="Rohit Kumar" userId="42cfd26f646fde03" providerId="LiveId" clId="{9B19CF27-92BD-4837-94A0-CC150937BBFB}" dt="2026-08-20T16:15:11.067" v="51" actId="20577"/>
          <ac:graphicFrameMkLst>
            <pc:docMk/>
            <pc:sldMk cId="3723235225" sldId="820"/>
            <ac:graphicFrameMk id="6" creationId="{B0B94166-B8A3-70C0-C5F2-515B540AE990}"/>
          </ac:graphicFrameMkLst>
        </pc:graphicFrameChg>
      </pc:sldChg>
      <pc:sldChg chg="modSp mod">
        <pc:chgData name="Rohit Kumar" userId="42cfd26f646fde03" providerId="LiveId" clId="{9B19CF27-92BD-4837-94A0-CC150937BBFB}" dt="2026-08-20T16:47:47.687" v="207" actId="20577"/>
        <pc:sldMkLst>
          <pc:docMk/>
          <pc:sldMk cId="4277927722" sldId="1967"/>
        </pc:sldMkLst>
        <pc:spChg chg="mod">
          <ac:chgData name="Rohit Kumar" userId="42cfd26f646fde03" providerId="LiveId" clId="{9B19CF27-92BD-4837-94A0-CC150937BBFB}" dt="2026-08-20T16:47:17.374" v="202"/>
          <ac:spMkLst>
            <pc:docMk/>
            <pc:sldMk cId="4277927722" sldId="1967"/>
            <ac:spMk id="5" creationId="{EFA9A210-EED3-370E-C37F-CA3BA0559995}"/>
          </ac:spMkLst>
        </pc:spChg>
        <pc:spChg chg="mod">
          <ac:chgData name="Rohit Kumar" userId="42cfd26f646fde03" providerId="LiveId" clId="{9B19CF27-92BD-4837-94A0-CC150937BBFB}" dt="2026-08-20T16:47:47.687" v="207" actId="20577"/>
          <ac:spMkLst>
            <pc:docMk/>
            <pc:sldMk cId="4277927722" sldId="1967"/>
            <ac:spMk id="7" creationId="{288E448D-1D27-F92F-4F0E-CBE909DD43C5}"/>
          </ac:spMkLst>
        </pc:spChg>
      </pc:sldChg>
      <pc:sldChg chg="modSp mod">
        <pc:chgData name="Rohit Kumar" userId="42cfd26f646fde03" providerId="LiveId" clId="{9B19CF27-92BD-4837-94A0-CC150937BBFB}" dt="2026-08-20T16:55:32.552" v="356" actId="20577"/>
        <pc:sldMkLst>
          <pc:docMk/>
          <pc:sldMk cId="3248581422" sldId="1968"/>
        </pc:sldMkLst>
        <pc:spChg chg="mod">
          <ac:chgData name="Rohit Kumar" userId="42cfd26f646fde03" providerId="LiveId" clId="{9B19CF27-92BD-4837-94A0-CC150937BBFB}" dt="2026-08-20T16:54:43.158" v="349"/>
          <ac:spMkLst>
            <pc:docMk/>
            <pc:sldMk cId="3248581422" sldId="1968"/>
            <ac:spMk id="2" creationId="{3642A128-ACEE-48F1-8866-F860851D10D9}"/>
          </ac:spMkLst>
        </pc:spChg>
        <pc:spChg chg="mod">
          <ac:chgData name="Rohit Kumar" userId="42cfd26f646fde03" providerId="LiveId" clId="{9B19CF27-92BD-4837-94A0-CC150937BBFB}" dt="2026-08-20T16:55:32.552" v="356" actId="20577"/>
          <ac:spMkLst>
            <pc:docMk/>
            <pc:sldMk cId="3248581422" sldId="1968"/>
            <ac:spMk id="3" creationId="{38FDB3E5-ED79-4EF4-A351-1F257EF850C7}"/>
          </ac:spMkLst>
        </pc:spChg>
      </pc:sldChg>
      <pc:sldChg chg="modSp mod">
        <pc:chgData name="Rohit Kumar" userId="42cfd26f646fde03" providerId="LiveId" clId="{9B19CF27-92BD-4837-94A0-CC150937BBFB}" dt="2026-08-20T16:53:36.876" v="328" actId="20577"/>
        <pc:sldMkLst>
          <pc:docMk/>
          <pc:sldMk cId="1661225458" sldId="1970"/>
        </pc:sldMkLst>
        <pc:spChg chg="mod">
          <ac:chgData name="Rohit Kumar" userId="42cfd26f646fde03" providerId="LiveId" clId="{9B19CF27-92BD-4837-94A0-CC150937BBFB}" dt="2026-08-20T16:53:36.876" v="328" actId="20577"/>
          <ac:spMkLst>
            <pc:docMk/>
            <pc:sldMk cId="1661225458" sldId="1970"/>
            <ac:spMk id="2" creationId="{A46E5F16-CE34-41F7-8708-F57AA3445A69}"/>
          </ac:spMkLst>
        </pc:spChg>
        <pc:spChg chg="mod">
          <ac:chgData name="Rohit Kumar" userId="42cfd26f646fde03" providerId="LiveId" clId="{9B19CF27-92BD-4837-94A0-CC150937BBFB}" dt="2026-08-20T16:53:28.403" v="293" actId="27636"/>
          <ac:spMkLst>
            <pc:docMk/>
            <pc:sldMk cId="1661225458" sldId="1970"/>
            <ac:spMk id="3" creationId="{B48D82C0-41B2-B115-EDF9-7CDDC14FAB33}"/>
          </ac:spMkLst>
        </pc:spChg>
      </pc:sldChg>
      <pc:sldChg chg="addSp delSp modSp mod">
        <pc:chgData name="Rohit Kumar" userId="42cfd26f646fde03" providerId="LiveId" clId="{9B19CF27-92BD-4837-94A0-CC150937BBFB}" dt="2026-08-20T17:40:19.802" v="588" actId="22"/>
        <pc:sldMkLst>
          <pc:docMk/>
          <pc:sldMk cId="726198379" sldId="1971"/>
        </pc:sldMkLst>
        <pc:spChg chg="mod">
          <ac:chgData name="Rohit Kumar" userId="42cfd26f646fde03" providerId="LiveId" clId="{9B19CF27-92BD-4837-94A0-CC150937BBFB}" dt="2026-08-20T16:55:45.722" v="363" actId="20577"/>
          <ac:spMkLst>
            <pc:docMk/>
            <pc:sldMk cId="726198379" sldId="1971"/>
            <ac:spMk id="2" creationId="{544BE272-E6EE-4FB8-AD6C-46E46238DCBF}"/>
          </ac:spMkLst>
        </pc:spChg>
        <pc:spChg chg="add del mod">
          <ac:chgData name="Rohit Kumar" userId="42cfd26f646fde03" providerId="LiveId" clId="{9B19CF27-92BD-4837-94A0-CC150937BBFB}" dt="2026-08-20T17:40:16.820" v="586" actId="1076"/>
          <ac:spMkLst>
            <pc:docMk/>
            <pc:sldMk cId="726198379" sldId="1971"/>
            <ac:spMk id="4" creationId="{A4870FA3-CAED-E849-FE0D-9DD2AA641BE7}"/>
          </ac:spMkLst>
        </pc:spChg>
        <pc:picChg chg="add del mod">
          <ac:chgData name="Rohit Kumar" userId="42cfd26f646fde03" providerId="LiveId" clId="{9B19CF27-92BD-4837-94A0-CC150937BBFB}" dt="2026-08-20T17:40:19.802" v="588" actId="22"/>
          <ac:picMkLst>
            <pc:docMk/>
            <pc:sldMk cId="726198379" sldId="1971"/>
            <ac:picMk id="5" creationId="{78047BFE-E760-F557-24FE-8899F73E1D2F}"/>
          </ac:picMkLst>
        </pc:picChg>
      </pc:sldChg>
      <pc:sldChg chg="modSp mod">
        <pc:chgData name="Rohit Kumar" userId="42cfd26f646fde03" providerId="LiveId" clId="{9B19CF27-92BD-4837-94A0-CC150937BBFB}" dt="2026-08-20T16:52:19.118" v="283" actId="21"/>
        <pc:sldMkLst>
          <pc:docMk/>
          <pc:sldMk cId="3119454487" sldId="1972"/>
        </pc:sldMkLst>
        <pc:spChg chg="mod">
          <ac:chgData name="Rohit Kumar" userId="42cfd26f646fde03" providerId="LiveId" clId="{9B19CF27-92BD-4837-94A0-CC150937BBFB}" dt="2026-08-20T16:49:00.527" v="257" actId="113"/>
          <ac:spMkLst>
            <pc:docMk/>
            <pc:sldMk cId="3119454487" sldId="1972"/>
            <ac:spMk id="2" creationId="{F46A3DA3-FD1C-4B8E-B51F-809637886E21}"/>
          </ac:spMkLst>
        </pc:spChg>
        <pc:spChg chg="mod">
          <ac:chgData name="Rohit Kumar" userId="42cfd26f646fde03" providerId="LiveId" clId="{9B19CF27-92BD-4837-94A0-CC150937BBFB}" dt="2026-08-20T16:52:19.118" v="283" actId="21"/>
          <ac:spMkLst>
            <pc:docMk/>
            <pc:sldMk cId="3119454487" sldId="1972"/>
            <ac:spMk id="11" creationId="{F6B654D9-47CB-9EC0-40AB-280E052CDAA6}"/>
          </ac:spMkLst>
        </pc:spChg>
      </pc:sldChg>
      <pc:sldChg chg="addSp delSp modSp mod">
        <pc:chgData name="Rohit Kumar" userId="42cfd26f646fde03" providerId="LiveId" clId="{9B19CF27-92BD-4837-94A0-CC150937BBFB}" dt="2026-08-20T16:46:48.719" v="189" actId="20577"/>
        <pc:sldMkLst>
          <pc:docMk/>
          <pc:sldMk cId="350512313" sldId="1973"/>
        </pc:sldMkLst>
        <pc:spChg chg="mod">
          <ac:chgData name="Rohit Kumar" userId="42cfd26f646fde03" providerId="LiveId" clId="{9B19CF27-92BD-4837-94A0-CC150937BBFB}" dt="2026-08-20T16:46:48.719" v="189" actId="20577"/>
          <ac:spMkLst>
            <pc:docMk/>
            <pc:sldMk cId="350512313" sldId="1973"/>
            <ac:spMk id="3" creationId="{FD650A6E-738F-4023-BAE8-003E0C8E7379}"/>
          </ac:spMkLst>
        </pc:spChg>
        <pc:spChg chg="add del mod">
          <ac:chgData name="Rohit Kumar" userId="42cfd26f646fde03" providerId="LiveId" clId="{9B19CF27-92BD-4837-94A0-CC150937BBFB}" dt="2026-08-20T16:38:55.654" v="150"/>
          <ac:spMkLst>
            <pc:docMk/>
            <pc:sldMk cId="350512313" sldId="1973"/>
            <ac:spMk id="4" creationId="{7A4C2BE9-E35F-E361-E471-7E1E7DF0AEFD}"/>
          </ac:spMkLst>
        </pc:spChg>
      </pc:sldChg>
      <pc:sldChg chg="modSp new mod">
        <pc:chgData name="Rohit Kumar" userId="42cfd26f646fde03" providerId="LiveId" clId="{9B19CF27-92BD-4837-94A0-CC150937BBFB}" dt="2026-08-20T16:58:51.944" v="444" actId="14100"/>
        <pc:sldMkLst>
          <pc:docMk/>
          <pc:sldMk cId="2831561487" sldId="1974"/>
        </pc:sldMkLst>
        <pc:spChg chg="mod">
          <ac:chgData name="Rohit Kumar" userId="42cfd26f646fde03" providerId="LiveId" clId="{9B19CF27-92BD-4837-94A0-CC150937BBFB}" dt="2026-08-20T16:58:30.996" v="441"/>
          <ac:spMkLst>
            <pc:docMk/>
            <pc:sldMk cId="2831561487" sldId="1974"/>
            <ac:spMk id="2" creationId="{6A6CAD13-E703-99F4-DAEA-A74EB2220F2F}"/>
          </ac:spMkLst>
        </pc:spChg>
        <pc:spChg chg="mod">
          <ac:chgData name="Rohit Kumar" userId="42cfd26f646fde03" providerId="LiveId" clId="{9B19CF27-92BD-4837-94A0-CC150937BBFB}" dt="2026-08-20T16:58:51.944" v="444" actId="14100"/>
          <ac:spMkLst>
            <pc:docMk/>
            <pc:sldMk cId="2831561487" sldId="1974"/>
            <ac:spMk id="3" creationId="{0E879E40-F9C8-0D96-1C44-329FDFEDBB9C}"/>
          </ac:spMkLst>
        </pc:spChg>
      </pc:sldChg>
      <pc:sldChg chg="modSp new mod">
        <pc:chgData name="Rohit Kumar" userId="42cfd26f646fde03" providerId="LiveId" clId="{9B19CF27-92BD-4837-94A0-CC150937BBFB}" dt="2026-08-20T16:59:51.543" v="448" actId="5793"/>
        <pc:sldMkLst>
          <pc:docMk/>
          <pc:sldMk cId="1813509599" sldId="1975"/>
        </pc:sldMkLst>
        <pc:spChg chg="mod">
          <ac:chgData name="Rohit Kumar" userId="42cfd26f646fde03" providerId="LiveId" clId="{9B19CF27-92BD-4837-94A0-CC150937BBFB}" dt="2026-08-20T16:59:36.372" v="446"/>
          <ac:spMkLst>
            <pc:docMk/>
            <pc:sldMk cId="1813509599" sldId="1975"/>
            <ac:spMk id="2" creationId="{221AFF0B-C165-092A-4487-D9FCDC5515BD}"/>
          </ac:spMkLst>
        </pc:spChg>
        <pc:spChg chg="mod">
          <ac:chgData name="Rohit Kumar" userId="42cfd26f646fde03" providerId="LiveId" clId="{9B19CF27-92BD-4837-94A0-CC150937BBFB}" dt="2026-08-20T16:59:51.543" v="448" actId="5793"/>
          <ac:spMkLst>
            <pc:docMk/>
            <pc:sldMk cId="1813509599" sldId="1975"/>
            <ac:spMk id="3" creationId="{318813BF-2715-3B05-CE04-865DE784F35D}"/>
          </ac:spMkLst>
        </pc:spChg>
      </pc:sldChg>
      <pc:sldChg chg="modSp new mod">
        <pc:chgData name="Rohit Kumar" userId="42cfd26f646fde03" providerId="LiveId" clId="{9B19CF27-92BD-4837-94A0-CC150937BBFB}" dt="2026-08-20T17:00:59.404" v="454" actId="5793"/>
        <pc:sldMkLst>
          <pc:docMk/>
          <pc:sldMk cId="377873364" sldId="1976"/>
        </pc:sldMkLst>
        <pc:spChg chg="mod">
          <ac:chgData name="Rohit Kumar" userId="42cfd26f646fde03" providerId="LiveId" clId="{9B19CF27-92BD-4837-94A0-CC150937BBFB}" dt="2026-08-20T17:00:59.404" v="454" actId="5793"/>
          <ac:spMkLst>
            <pc:docMk/>
            <pc:sldMk cId="377873364" sldId="1976"/>
            <ac:spMk id="3" creationId="{1F0379A8-07AC-93A3-50D7-D405FABAF641}"/>
          </ac:spMkLst>
        </pc:spChg>
      </pc:sldChg>
      <pc:sldChg chg="modSp new">
        <pc:chgData name="Rohit Kumar" userId="42cfd26f646fde03" providerId="LiveId" clId="{9B19CF27-92BD-4837-94A0-CC150937BBFB}" dt="2026-08-20T17:01:34.658" v="456"/>
        <pc:sldMkLst>
          <pc:docMk/>
          <pc:sldMk cId="55375712" sldId="1977"/>
        </pc:sldMkLst>
        <pc:spChg chg="mod">
          <ac:chgData name="Rohit Kumar" userId="42cfd26f646fde03" providerId="LiveId" clId="{9B19CF27-92BD-4837-94A0-CC150937BBFB}" dt="2026-08-20T17:01:34.658" v="456"/>
          <ac:spMkLst>
            <pc:docMk/>
            <pc:sldMk cId="55375712" sldId="1977"/>
            <ac:spMk id="3" creationId="{68ADE6A1-CF89-BF7D-F4DB-F87777421301}"/>
          </ac:spMkLst>
        </pc:spChg>
      </pc:sldChg>
      <pc:sldChg chg="modSp new mod">
        <pc:chgData name="Rohit Kumar" userId="42cfd26f646fde03" providerId="LiveId" clId="{9B19CF27-92BD-4837-94A0-CC150937BBFB}" dt="2026-08-20T17:02:08.899" v="459" actId="27636"/>
        <pc:sldMkLst>
          <pc:docMk/>
          <pc:sldMk cId="1956465754" sldId="1978"/>
        </pc:sldMkLst>
        <pc:spChg chg="mod">
          <ac:chgData name="Rohit Kumar" userId="42cfd26f646fde03" providerId="LiveId" clId="{9B19CF27-92BD-4837-94A0-CC150937BBFB}" dt="2026-08-20T17:02:08.899" v="459" actId="27636"/>
          <ac:spMkLst>
            <pc:docMk/>
            <pc:sldMk cId="1956465754" sldId="1978"/>
            <ac:spMk id="3" creationId="{3C48FEF0-0348-FAA8-DB5A-CBE5D58FC06D}"/>
          </ac:spMkLst>
        </pc:spChg>
      </pc:sldChg>
      <pc:sldChg chg="addSp delSp modSp new mod">
        <pc:chgData name="Rohit Kumar" userId="42cfd26f646fde03" providerId="LiveId" clId="{9B19CF27-92BD-4837-94A0-CC150937BBFB}" dt="2026-08-20T17:04:04.635" v="467" actId="22"/>
        <pc:sldMkLst>
          <pc:docMk/>
          <pc:sldMk cId="671818011" sldId="1979"/>
        </pc:sldMkLst>
        <pc:spChg chg="mod">
          <ac:chgData name="Rohit Kumar" userId="42cfd26f646fde03" providerId="LiveId" clId="{9B19CF27-92BD-4837-94A0-CC150937BBFB}" dt="2026-08-20T17:04:01.874" v="466" actId="20577"/>
          <ac:spMkLst>
            <pc:docMk/>
            <pc:sldMk cId="671818011" sldId="1979"/>
            <ac:spMk id="2" creationId="{BF7236A5-EAF4-B761-2BC2-943008859F38}"/>
          </ac:spMkLst>
        </pc:spChg>
        <pc:spChg chg="del">
          <ac:chgData name="Rohit Kumar" userId="42cfd26f646fde03" providerId="LiveId" clId="{9B19CF27-92BD-4837-94A0-CC150937BBFB}" dt="2026-08-20T17:04:04.635" v="467" actId="22"/>
          <ac:spMkLst>
            <pc:docMk/>
            <pc:sldMk cId="671818011" sldId="1979"/>
            <ac:spMk id="3" creationId="{E5DA21A3-52E3-93D9-25A6-8A16D3E2B2C0}"/>
          </ac:spMkLst>
        </pc:spChg>
        <pc:picChg chg="add mod ord">
          <ac:chgData name="Rohit Kumar" userId="42cfd26f646fde03" providerId="LiveId" clId="{9B19CF27-92BD-4837-94A0-CC150937BBFB}" dt="2026-08-20T17:04:04.635" v="467" actId="22"/>
          <ac:picMkLst>
            <pc:docMk/>
            <pc:sldMk cId="671818011" sldId="1979"/>
            <ac:picMk id="5" creationId="{AC031A04-2DC1-DFF6-2816-A471CF1DCF18}"/>
          </ac:picMkLst>
        </pc:picChg>
      </pc:sldChg>
      <pc:sldChg chg="addSp delSp modSp new mod">
        <pc:chgData name="Rohit Kumar" userId="42cfd26f646fde03" providerId="LiveId" clId="{9B19CF27-92BD-4837-94A0-CC150937BBFB}" dt="2026-08-20T17:25:03.598" v="498" actId="22"/>
        <pc:sldMkLst>
          <pc:docMk/>
          <pc:sldMk cId="937289820" sldId="1980"/>
        </pc:sldMkLst>
        <pc:spChg chg="del">
          <ac:chgData name="Rohit Kumar" userId="42cfd26f646fde03" providerId="LiveId" clId="{9B19CF27-92BD-4837-94A0-CC150937BBFB}" dt="2026-08-20T17:05:40.442" v="469" actId="22"/>
          <ac:spMkLst>
            <pc:docMk/>
            <pc:sldMk cId="937289820" sldId="1980"/>
            <ac:spMk id="3" creationId="{4563EBA9-A333-ADDB-A96B-C25EF020D16E}"/>
          </ac:spMkLst>
        </pc:spChg>
        <pc:spChg chg="add del mod">
          <ac:chgData name="Rohit Kumar" userId="42cfd26f646fde03" providerId="LiveId" clId="{9B19CF27-92BD-4837-94A0-CC150937BBFB}" dt="2026-08-20T17:25:03.598" v="498" actId="22"/>
          <ac:spMkLst>
            <pc:docMk/>
            <pc:sldMk cId="937289820" sldId="1980"/>
            <ac:spMk id="7" creationId="{4960B12D-1082-6DA2-C224-BB13C07E414B}"/>
          </ac:spMkLst>
        </pc:spChg>
        <pc:picChg chg="add del mod ord">
          <ac:chgData name="Rohit Kumar" userId="42cfd26f646fde03" providerId="LiveId" clId="{9B19CF27-92BD-4837-94A0-CC150937BBFB}" dt="2026-08-20T17:24:59.241" v="497" actId="478"/>
          <ac:picMkLst>
            <pc:docMk/>
            <pc:sldMk cId="937289820" sldId="1980"/>
            <ac:picMk id="5" creationId="{98469477-9EBB-65DE-F306-985D4D90DF39}"/>
          </ac:picMkLst>
        </pc:picChg>
        <pc:picChg chg="add mod ord">
          <ac:chgData name="Rohit Kumar" userId="42cfd26f646fde03" providerId="LiveId" clId="{9B19CF27-92BD-4837-94A0-CC150937BBFB}" dt="2026-08-20T17:25:03.598" v="498" actId="22"/>
          <ac:picMkLst>
            <pc:docMk/>
            <pc:sldMk cId="937289820" sldId="1980"/>
            <ac:picMk id="9" creationId="{8B17FE68-EB9B-C7E6-FE35-C449775E3D05}"/>
          </ac:picMkLst>
        </pc:picChg>
      </pc:sldChg>
      <pc:sldChg chg="addSp modSp new mod">
        <pc:chgData name="Rohit Kumar" userId="42cfd26f646fde03" providerId="LiveId" clId="{9B19CF27-92BD-4837-94A0-CC150937BBFB}" dt="2026-08-20T17:08:25.573" v="491" actId="1076"/>
        <pc:sldMkLst>
          <pc:docMk/>
          <pc:sldMk cId="3690680597" sldId="1981"/>
        </pc:sldMkLst>
        <pc:spChg chg="mod">
          <ac:chgData name="Rohit Kumar" userId="42cfd26f646fde03" providerId="LiveId" clId="{9B19CF27-92BD-4837-94A0-CC150937BBFB}" dt="2026-08-20T17:06:21.767" v="471"/>
          <ac:spMkLst>
            <pc:docMk/>
            <pc:sldMk cId="3690680597" sldId="1981"/>
            <ac:spMk id="2" creationId="{0F642B84-B9A0-488A-4329-645CE57F9733}"/>
          </ac:spMkLst>
        </pc:spChg>
        <pc:spChg chg="mod">
          <ac:chgData name="Rohit Kumar" userId="42cfd26f646fde03" providerId="LiveId" clId="{9B19CF27-92BD-4837-94A0-CC150937BBFB}" dt="2026-08-20T17:07:30.900" v="482" actId="14100"/>
          <ac:spMkLst>
            <pc:docMk/>
            <pc:sldMk cId="3690680597" sldId="1981"/>
            <ac:spMk id="3" creationId="{8317F14A-C99A-7185-17AE-70A71271209F}"/>
          </ac:spMkLst>
        </pc:spChg>
        <pc:spChg chg="add mod">
          <ac:chgData name="Rohit Kumar" userId="42cfd26f646fde03" providerId="LiveId" clId="{9B19CF27-92BD-4837-94A0-CC150937BBFB}" dt="2026-08-20T17:08:25.573" v="491" actId="1076"/>
          <ac:spMkLst>
            <pc:docMk/>
            <pc:sldMk cId="3690680597" sldId="1981"/>
            <ac:spMk id="6" creationId="{6A8209E4-EABF-6C21-B837-0627CE5E1112}"/>
          </ac:spMkLst>
        </pc:spChg>
        <pc:graphicFrameChg chg="add mod modGraphic">
          <ac:chgData name="Rohit Kumar" userId="42cfd26f646fde03" providerId="LiveId" clId="{9B19CF27-92BD-4837-94A0-CC150937BBFB}" dt="2026-08-20T17:08:08.113" v="489" actId="20577"/>
          <ac:graphicFrameMkLst>
            <pc:docMk/>
            <pc:sldMk cId="3690680597" sldId="1981"/>
            <ac:graphicFrameMk id="4" creationId="{7F6CBD1D-8B9A-6727-D78F-EA3804A02B1A}"/>
          </ac:graphicFrameMkLst>
        </pc:graphicFrameChg>
      </pc:sldChg>
      <pc:sldChg chg="modSp new mod">
        <pc:chgData name="Rohit Kumar" userId="42cfd26f646fde03" providerId="LiveId" clId="{9B19CF27-92BD-4837-94A0-CC150937BBFB}" dt="2026-08-20T17:09:27.597" v="494" actId="5793"/>
        <pc:sldMkLst>
          <pc:docMk/>
          <pc:sldMk cId="3098110770" sldId="1982"/>
        </pc:sldMkLst>
        <pc:spChg chg="mod">
          <ac:chgData name="Rohit Kumar" userId="42cfd26f646fde03" providerId="LiveId" clId="{9B19CF27-92BD-4837-94A0-CC150937BBFB}" dt="2026-08-20T17:09:27.597" v="494" actId="5793"/>
          <ac:spMkLst>
            <pc:docMk/>
            <pc:sldMk cId="3098110770" sldId="1982"/>
            <ac:spMk id="3" creationId="{EC0032A8-8C1F-702C-9FE4-F167C6D018F2}"/>
          </ac:spMkLst>
        </pc:spChg>
      </pc:sldChg>
      <pc:sldChg chg="addSp delSp modSp new mod">
        <pc:chgData name="Rohit Kumar" userId="42cfd26f646fde03" providerId="LiveId" clId="{9B19CF27-92BD-4837-94A0-CC150937BBFB}" dt="2026-08-20T17:23:09.191" v="496" actId="22"/>
        <pc:sldMkLst>
          <pc:docMk/>
          <pc:sldMk cId="2164155055" sldId="1983"/>
        </pc:sldMkLst>
        <pc:spChg chg="del">
          <ac:chgData name="Rohit Kumar" userId="42cfd26f646fde03" providerId="LiveId" clId="{9B19CF27-92BD-4837-94A0-CC150937BBFB}" dt="2026-08-20T17:23:09.191" v="496" actId="22"/>
          <ac:spMkLst>
            <pc:docMk/>
            <pc:sldMk cId="2164155055" sldId="1983"/>
            <ac:spMk id="3" creationId="{1B516495-3A02-D0A1-F3A0-663F205A2391}"/>
          </ac:spMkLst>
        </pc:spChg>
        <pc:picChg chg="add mod ord">
          <ac:chgData name="Rohit Kumar" userId="42cfd26f646fde03" providerId="LiveId" clId="{9B19CF27-92BD-4837-94A0-CC150937BBFB}" dt="2026-08-20T17:23:09.191" v="496" actId="22"/>
          <ac:picMkLst>
            <pc:docMk/>
            <pc:sldMk cId="2164155055" sldId="1983"/>
            <ac:picMk id="5" creationId="{A376F5CE-7A69-4054-5168-DF2750F36CF8}"/>
          </ac:picMkLst>
        </pc:picChg>
      </pc:sldChg>
      <pc:sldChg chg="addSp delSp modSp new mod">
        <pc:chgData name="Rohit Kumar" userId="42cfd26f646fde03" providerId="LiveId" clId="{9B19CF27-92BD-4837-94A0-CC150937BBFB}" dt="2026-08-20T17:26:39.499" v="501" actId="22"/>
        <pc:sldMkLst>
          <pc:docMk/>
          <pc:sldMk cId="3866931263" sldId="1984"/>
        </pc:sldMkLst>
        <pc:spChg chg="del mod">
          <ac:chgData name="Rohit Kumar" userId="42cfd26f646fde03" providerId="LiveId" clId="{9B19CF27-92BD-4837-94A0-CC150937BBFB}" dt="2026-08-20T17:26:39.499" v="501" actId="22"/>
          <ac:spMkLst>
            <pc:docMk/>
            <pc:sldMk cId="3866931263" sldId="1984"/>
            <ac:spMk id="3" creationId="{71AD9B52-7FD0-93AE-EE45-780369AF8BFF}"/>
          </ac:spMkLst>
        </pc:spChg>
        <pc:picChg chg="add mod ord">
          <ac:chgData name="Rohit Kumar" userId="42cfd26f646fde03" providerId="LiveId" clId="{9B19CF27-92BD-4837-94A0-CC150937BBFB}" dt="2026-08-20T17:26:39.499" v="501" actId="22"/>
          <ac:picMkLst>
            <pc:docMk/>
            <pc:sldMk cId="3866931263" sldId="1984"/>
            <ac:picMk id="5" creationId="{D822DB4F-9BE5-4ED1-1ED1-EA9099EBD606}"/>
          </ac:picMkLst>
        </pc:picChg>
      </pc:sldChg>
      <pc:sldChg chg="addSp delSp modSp new mod">
        <pc:chgData name="Rohit Kumar" userId="42cfd26f646fde03" providerId="LiveId" clId="{9B19CF27-92BD-4837-94A0-CC150937BBFB}" dt="2026-08-20T17:27:28.066" v="504" actId="22"/>
        <pc:sldMkLst>
          <pc:docMk/>
          <pc:sldMk cId="1389430370" sldId="1985"/>
        </pc:sldMkLst>
        <pc:spChg chg="del mod">
          <ac:chgData name="Rohit Kumar" userId="42cfd26f646fde03" providerId="LiveId" clId="{9B19CF27-92BD-4837-94A0-CC150937BBFB}" dt="2026-08-20T17:27:28.066" v="504" actId="22"/>
          <ac:spMkLst>
            <pc:docMk/>
            <pc:sldMk cId="1389430370" sldId="1985"/>
            <ac:spMk id="3" creationId="{D8ED6B3C-8F40-F1FF-0D94-63FF408AF06E}"/>
          </ac:spMkLst>
        </pc:spChg>
        <pc:picChg chg="add mod ord">
          <ac:chgData name="Rohit Kumar" userId="42cfd26f646fde03" providerId="LiveId" clId="{9B19CF27-92BD-4837-94A0-CC150937BBFB}" dt="2026-08-20T17:27:28.066" v="504" actId="22"/>
          <ac:picMkLst>
            <pc:docMk/>
            <pc:sldMk cId="1389430370" sldId="1985"/>
            <ac:picMk id="5" creationId="{CD898E4C-854F-D409-FD18-FE07231C6891}"/>
          </ac:picMkLst>
        </pc:picChg>
      </pc:sldChg>
      <pc:sldChg chg="addSp delSp modSp new mod">
        <pc:chgData name="Rohit Kumar" userId="42cfd26f646fde03" providerId="LiveId" clId="{9B19CF27-92BD-4837-94A0-CC150937BBFB}" dt="2026-08-20T17:28:23.525" v="507" actId="22"/>
        <pc:sldMkLst>
          <pc:docMk/>
          <pc:sldMk cId="240983141" sldId="1986"/>
        </pc:sldMkLst>
        <pc:spChg chg="del mod">
          <ac:chgData name="Rohit Kumar" userId="42cfd26f646fde03" providerId="LiveId" clId="{9B19CF27-92BD-4837-94A0-CC150937BBFB}" dt="2026-08-20T17:28:23.525" v="507" actId="22"/>
          <ac:spMkLst>
            <pc:docMk/>
            <pc:sldMk cId="240983141" sldId="1986"/>
            <ac:spMk id="3" creationId="{02EEACC1-D53F-CB91-2BB3-8F762651B538}"/>
          </ac:spMkLst>
        </pc:spChg>
        <pc:picChg chg="add mod ord">
          <ac:chgData name="Rohit Kumar" userId="42cfd26f646fde03" providerId="LiveId" clId="{9B19CF27-92BD-4837-94A0-CC150937BBFB}" dt="2026-08-20T17:28:23.525" v="507" actId="22"/>
          <ac:picMkLst>
            <pc:docMk/>
            <pc:sldMk cId="240983141" sldId="1986"/>
            <ac:picMk id="5" creationId="{135240DF-B937-4E7B-B54D-58F5E3BDF55A}"/>
          </ac:picMkLst>
        </pc:picChg>
      </pc:sldChg>
      <pc:sldChg chg="addSp delSp modSp new mod">
        <pc:chgData name="Rohit Kumar" userId="42cfd26f646fde03" providerId="LiveId" clId="{9B19CF27-92BD-4837-94A0-CC150937BBFB}" dt="2026-08-20T17:30:12.746" v="517" actId="14100"/>
        <pc:sldMkLst>
          <pc:docMk/>
          <pc:sldMk cId="2177158755" sldId="1987"/>
        </pc:sldMkLst>
        <pc:spChg chg="mod">
          <ac:chgData name="Rohit Kumar" userId="42cfd26f646fde03" providerId="LiveId" clId="{9B19CF27-92BD-4837-94A0-CC150937BBFB}" dt="2026-08-20T17:29:28.976" v="511"/>
          <ac:spMkLst>
            <pc:docMk/>
            <pc:sldMk cId="2177158755" sldId="1987"/>
            <ac:spMk id="2" creationId="{F8FF7711-43A3-5CB9-35E3-6EBCCF64FC5B}"/>
          </ac:spMkLst>
        </pc:spChg>
        <pc:spChg chg="mod">
          <ac:chgData name="Rohit Kumar" userId="42cfd26f646fde03" providerId="LiveId" clId="{9B19CF27-92BD-4837-94A0-CC150937BBFB}" dt="2026-08-20T17:29:43.400" v="514" actId="20577"/>
          <ac:spMkLst>
            <pc:docMk/>
            <pc:sldMk cId="2177158755" sldId="1987"/>
            <ac:spMk id="3" creationId="{4BC46E03-0CC6-8AA7-3D8D-072E2960F0F6}"/>
          </ac:spMkLst>
        </pc:spChg>
        <pc:graphicFrameChg chg="add mod modGraphic">
          <ac:chgData name="Rohit Kumar" userId="42cfd26f646fde03" providerId="LiveId" clId="{9B19CF27-92BD-4837-94A0-CC150937BBFB}" dt="2026-08-20T17:30:12.746" v="517" actId="14100"/>
          <ac:graphicFrameMkLst>
            <pc:docMk/>
            <pc:sldMk cId="2177158755" sldId="1987"/>
            <ac:graphicFrameMk id="6" creationId="{BC127452-1988-A9AC-A115-A24CCC0CE703}"/>
          </ac:graphicFrameMkLst>
        </pc:graphicFrameChg>
        <pc:picChg chg="add del">
          <ac:chgData name="Rohit Kumar" userId="42cfd26f646fde03" providerId="LiveId" clId="{9B19CF27-92BD-4837-94A0-CC150937BBFB}" dt="2026-08-20T17:29:05.852" v="510" actId="22"/>
          <ac:picMkLst>
            <pc:docMk/>
            <pc:sldMk cId="2177158755" sldId="1987"/>
            <ac:picMk id="5" creationId="{B0C2210E-313E-1E2A-0009-F217320A8C3B}"/>
          </ac:picMkLst>
        </pc:picChg>
      </pc:sldChg>
      <pc:sldChg chg="modSp new mod">
        <pc:chgData name="Rohit Kumar" userId="42cfd26f646fde03" providerId="LiveId" clId="{9B19CF27-92BD-4837-94A0-CC150937BBFB}" dt="2026-08-20T17:31:49.524" v="555" actId="1076"/>
        <pc:sldMkLst>
          <pc:docMk/>
          <pc:sldMk cId="2493830464" sldId="1988"/>
        </pc:sldMkLst>
        <pc:spChg chg="mod">
          <ac:chgData name="Rohit Kumar" userId="42cfd26f646fde03" providerId="LiveId" clId="{9B19CF27-92BD-4837-94A0-CC150937BBFB}" dt="2026-08-20T17:31:49.524" v="555" actId="1076"/>
          <ac:spMkLst>
            <pc:docMk/>
            <pc:sldMk cId="2493830464" sldId="1988"/>
            <ac:spMk id="2" creationId="{98D8FD2C-7D37-691C-AC0F-34C40C5B57E2}"/>
          </ac:spMkLst>
        </pc:spChg>
        <pc:spChg chg="mod">
          <ac:chgData name="Rohit Kumar" userId="42cfd26f646fde03" providerId="LiveId" clId="{9B19CF27-92BD-4837-94A0-CC150937BBFB}" dt="2026-08-20T17:31:36.258" v="553" actId="20577"/>
          <ac:spMkLst>
            <pc:docMk/>
            <pc:sldMk cId="2493830464" sldId="1988"/>
            <ac:spMk id="3" creationId="{0234DF8C-824A-3BB0-92B6-B71EFA311A6A}"/>
          </ac:spMkLst>
        </pc:spChg>
      </pc:sldChg>
      <pc:sldChg chg="addSp delSp modSp new mod">
        <pc:chgData name="Rohit Kumar" userId="42cfd26f646fde03" providerId="LiveId" clId="{9B19CF27-92BD-4837-94A0-CC150937BBFB}" dt="2026-08-20T17:35:12.156" v="570" actId="20577"/>
        <pc:sldMkLst>
          <pc:docMk/>
          <pc:sldMk cId="3630462776" sldId="1989"/>
        </pc:sldMkLst>
        <pc:spChg chg="mod">
          <ac:chgData name="Rohit Kumar" userId="42cfd26f646fde03" providerId="LiveId" clId="{9B19CF27-92BD-4837-94A0-CC150937BBFB}" dt="2026-08-20T17:32:33.193" v="557"/>
          <ac:spMkLst>
            <pc:docMk/>
            <pc:sldMk cId="3630462776" sldId="1989"/>
            <ac:spMk id="2" creationId="{0D30453D-DC84-9CCC-47E1-0919265752E5}"/>
          </ac:spMkLst>
        </pc:spChg>
        <pc:spChg chg="del mod">
          <ac:chgData name="Rohit Kumar" userId="42cfd26f646fde03" providerId="LiveId" clId="{9B19CF27-92BD-4837-94A0-CC150937BBFB}" dt="2026-08-20T17:34:49.743" v="559"/>
          <ac:spMkLst>
            <pc:docMk/>
            <pc:sldMk cId="3630462776" sldId="1989"/>
            <ac:spMk id="3" creationId="{744B47E8-2B90-BCDB-E309-FC2D91720A27}"/>
          </ac:spMkLst>
        </pc:spChg>
        <pc:graphicFrameChg chg="add mod modGraphic">
          <ac:chgData name="Rohit Kumar" userId="42cfd26f646fde03" providerId="LiveId" clId="{9B19CF27-92BD-4837-94A0-CC150937BBFB}" dt="2026-08-20T17:35:12.156" v="570" actId="20577"/>
          <ac:graphicFrameMkLst>
            <pc:docMk/>
            <pc:sldMk cId="3630462776" sldId="1989"/>
            <ac:graphicFrameMk id="4" creationId="{6A650106-70B4-615A-3E65-8209E8C28ADB}"/>
          </ac:graphicFrameMkLst>
        </pc:graphicFrameChg>
      </pc:sldChg>
      <pc:sldChg chg="addSp delSp modSp new mod">
        <pc:chgData name="Rohit Kumar" userId="42cfd26f646fde03" providerId="LiveId" clId="{9B19CF27-92BD-4837-94A0-CC150937BBFB}" dt="2026-08-20T17:40:35.538" v="591" actId="22"/>
        <pc:sldMkLst>
          <pc:docMk/>
          <pc:sldMk cId="1573833649" sldId="1990"/>
        </pc:sldMkLst>
        <pc:spChg chg="del mod">
          <ac:chgData name="Rohit Kumar" userId="42cfd26f646fde03" providerId="LiveId" clId="{9B19CF27-92BD-4837-94A0-CC150937BBFB}" dt="2026-08-20T17:40:35.538" v="591" actId="22"/>
          <ac:spMkLst>
            <pc:docMk/>
            <pc:sldMk cId="1573833649" sldId="1990"/>
            <ac:spMk id="3" creationId="{B0F266DB-7E8B-FB25-37AA-9D4408F7FA03}"/>
          </ac:spMkLst>
        </pc:spChg>
        <pc:picChg chg="add mod ord">
          <ac:chgData name="Rohit Kumar" userId="42cfd26f646fde03" providerId="LiveId" clId="{9B19CF27-92BD-4837-94A0-CC150937BBFB}" dt="2026-08-20T17:40:35.538" v="591" actId="22"/>
          <ac:picMkLst>
            <pc:docMk/>
            <pc:sldMk cId="1573833649" sldId="1990"/>
            <ac:picMk id="5" creationId="{D282C019-2A92-C0A5-3810-2EDA2DBFA5B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E3AE85-A993-49CA-9AFA-E3AB17453E6D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D39D639-C5ED-4BAF-B579-318DA60F52D3}">
      <dgm:prSet/>
      <dgm:spPr/>
      <dgm:t>
        <a:bodyPr/>
        <a:lstStyle/>
        <a:p>
          <a:r>
            <a:rPr lang="en-IN" b="1" dirty="0"/>
            <a:t>Candidate Name        - Rohit Kumar</a:t>
          </a:r>
          <a:endParaRPr lang="en-US" dirty="0"/>
        </a:p>
      </dgm:t>
    </dgm:pt>
    <dgm:pt modelId="{BE66A783-D5D0-4938-8156-B9CA3FF7867F}" type="parTrans" cxnId="{FEBC5F4E-1104-40AF-AFF0-0411DD521655}">
      <dgm:prSet/>
      <dgm:spPr/>
      <dgm:t>
        <a:bodyPr/>
        <a:lstStyle/>
        <a:p>
          <a:endParaRPr lang="en-US"/>
        </a:p>
      </dgm:t>
    </dgm:pt>
    <dgm:pt modelId="{F2B4EE23-941C-47B5-951F-48E3E6CA515C}" type="sibTrans" cxnId="{FEBC5F4E-1104-40AF-AFF0-0411DD521655}">
      <dgm:prSet/>
      <dgm:spPr/>
      <dgm:t>
        <a:bodyPr/>
        <a:lstStyle/>
        <a:p>
          <a:endParaRPr lang="en-US"/>
        </a:p>
      </dgm:t>
    </dgm:pt>
    <dgm:pt modelId="{BCF6B64D-5267-47B8-8C11-A3BFC3EAF540}">
      <dgm:prSet/>
      <dgm:spPr/>
      <dgm:t>
        <a:bodyPr/>
        <a:lstStyle/>
        <a:p>
          <a:r>
            <a:rPr lang="en-IN" b="1" dirty="0"/>
            <a:t>Candidate PS No        -  40053797</a:t>
          </a:r>
          <a:r>
            <a:rPr lang="en-IN" dirty="0"/>
            <a:t> </a:t>
          </a:r>
          <a:endParaRPr lang="en-US" dirty="0"/>
        </a:p>
      </dgm:t>
    </dgm:pt>
    <dgm:pt modelId="{9FB9C056-2D8A-4153-8A36-6A7C41B85133}" type="parTrans" cxnId="{3D4135C0-A38B-43DE-9DF6-33A0426D2305}">
      <dgm:prSet/>
      <dgm:spPr/>
      <dgm:t>
        <a:bodyPr/>
        <a:lstStyle/>
        <a:p>
          <a:endParaRPr lang="en-US"/>
        </a:p>
      </dgm:t>
    </dgm:pt>
    <dgm:pt modelId="{CEE2241B-7B59-4525-88BD-0D7DBF68DE3B}" type="sibTrans" cxnId="{3D4135C0-A38B-43DE-9DF6-33A0426D2305}">
      <dgm:prSet/>
      <dgm:spPr/>
      <dgm:t>
        <a:bodyPr/>
        <a:lstStyle/>
        <a:p>
          <a:endParaRPr lang="en-US"/>
        </a:p>
      </dgm:t>
    </dgm:pt>
    <dgm:pt modelId="{9A2D96B9-E474-4A0E-B3E1-58375DC6E1BC}">
      <dgm:prSet/>
      <dgm:spPr/>
      <dgm:t>
        <a:bodyPr/>
        <a:lstStyle/>
        <a:p>
          <a:r>
            <a:rPr lang="en-IN" b="1" dirty="0"/>
            <a:t>BU Mentor Name      -  Nilanjan De</a:t>
          </a:r>
          <a:endParaRPr lang="en-US" dirty="0"/>
        </a:p>
      </dgm:t>
    </dgm:pt>
    <dgm:pt modelId="{856C435C-B147-4C91-87EC-1964971288BE}" type="parTrans" cxnId="{366BBAA0-8D78-4863-AED3-0166C7BF51CB}">
      <dgm:prSet/>
      <dgm:spPr/>
      <dgm:t>
        <a:bodyPr/>
        <a:lstStyle/>
        <a:p>
          <a:endParaRPr lang="en-US"/>
        </a:p>
      </dgm:t>
    </dgm:pt>
    <dgm:pt modelId="{06262765-7EE8-48BE-B172-78252430A00C}" type="sibTrans" cxnId="{366BBAA0-8D78-4863-AED3-0166C7BF51CB}">
      <dgm:prSet/>
      <dgm:spPr/>
      <dgm:t>
        <a:bodyPr/>
        <a:lstStyle/>
        <a:p>
          <a:endParaRPr lang="en-US"/>
        </a:p>
      </dgm:t>
    </dgm:pt>
    <dgm:pt modelId="{34950E98-A9F7-4581-AA6E-2C1A382B06F9}">
      <dgm:prSet/>
      <dgm:spPr/>
      <dgm:t>
        <a:bodyPr/>
        <a:lstStyle/>
        <a:p>
          <a:r>
            <a:rPr lang="en-IN" b="1"/>
            <a:t>GEA Mentor Name    - Datti Soniya </a:t>
          </a:r>
          <a:endParaRPr lang="en-US"/>
        </a:p>
      </dgm:t>
    </dgm:pt>
    <dgm:pt modelId="{F17F2A44-39BA-425B-89AE-22F6C9377FC2}" type="parTrans" cxnId="{46583594-FC8C-4DE6-87F1-A35A8A61B6C9}">
      <dgm:prSet/>
      <dgm:spPr/>
      <dgm:t>
        <a:bodyPr/>
        <a:lstStyle/>
        <a:p>
          <a:endParaRPr lang="en-US"/>
        </a:p>
      </dgm:t>
    </dgm:pt>
    <dgm:pt modelId="{D5FFDAB2-B6A1-41F1-B622-C81F3A585879}" type="sibTrans" cxnId="{46583594-FC8C-4DE6-87F1-A35A8A61B6C9}">
      <dgm:prSet/>
      <dgm:spPr/>
      <dgm:t>
        <a:bodyPr/>
        <a:lstStyle/>
        <a:p>
          <a:endParaRPr lang="en-US"/>
        </a:p>
      </dgm:t>
    </dgm:pt>
    <dgm:pt modelId="{6CE98E00-DC93-45B7-95A0-601EAA529068}" type="pres">
      <dgm:prSet presAssocID="{9EE3AE85-A993-49CA-9AFA-E3AB17453E6D}" presName="linear" presStyleCnt="0">
        <dgm:presLayoutVars>
          <dgm:dir/>
          <dgm:animLvl val="lvl"/>
          <dgm:resizeHandles val="exact"/>
        </dgm:presLayoutVars>
      </dgm:prSet>
      <dgm:spPr/>
    </dgm:pt>
    <dgm:pt modelId="{3B24FED6-D758-4872-B26F-0B2A573919BF}" type="pres">
      <dgm:prSet presAssocID="{3D39D639-C5ED-4BAF-B579-318DA60F52D3}" presName="parentLin" presStyleCnt="0"/>
      <dgm:spPr/>
    </dgm:pt>
    <dgm:pt modelId="{30839790-A7A1-4CB9-90F8-6C98204EB981}" type="pres">
      <dgm:prSet presAssocID="{3D39D639-C5ED-4BAF-B579-318DA60F52D3}" presName="parentLeftMargin" presStyleLbl="node1" presStyleIdx="0" presStyleCnt="4"/>
      <dgm:spPr/>
    </dgm:pt>
    <dgm:pt modelId="{6A82D0D2-5060-4F00-9288-ABE504984B54}" type="pres">
      <dgm:prSet presAssocID="{3D39D639-C5ED-4BAF-B579-318DA60F52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0B7ABA3-5390-4560-944B-2DA3226EF4D0}" type="pres">
      <dgm:prSet presAssocID="{3D39D639-C5ED-4BAF-B579-318DA60F52D3}" presName="negativeSpace" presStyleCnt="0"/>
      <dgm:spPr/>
    </dgm:pt>
    <dgm:pt modelId="{F9C07A3D-CD69-4FC0-9AD9-A9B96A647D78}" type="pres">
      <dgm:prSet presAssocID="{3D39D639-C5ED-4BAF-B579-318DA60F52D3}" presName="childText" presStyleLbl="conFgAcc1" presStyleIdx="0" presStyleCnt="4">
        <dgm:presLayoutVars>
          <dgm:bulletEnabled val="1"/>
        </dgm:presLayoutVars>
      </dgm:prSet>
      <dgm:spPr/>
    </dgm:pt>
    <dgm:pt modelId="{AABCCF05-C32F-460D-984C-AE14F761E254}" type="pres">
      <dgm:prSet presAssocID="{F2B4EE23-941C-47B5-951F-48E3E6CA515C}" presName="spaceBetweenRectangles" presStyleCnt="0"/>
      <dgm:spPr/>
    </dgm:pt>
    <dgm:pt modelId="{730C4927-5296-4CB2-BA83-699560C916E0}" type="pres">
      <dgm:prSet presAssocID="{BCF6B64D-5267-47B8-8C11-A3BFC3EAF540}" presName="parentLin" presStyleCnt="0"/>
      <dgm:spPr/>
    </dgm:pt>
    <dgm:pt modelId="{CE887AF9-9687-464B-A58F-C7636C631968}" type="pres">
      <dgm:prSet presAssocID="{BCF6B64D-5267-47B8-8C11-A3BFC3EAF540}" presName="parentLeftMargin" presStyleLbl="node1" presStyleIdx="0" presStyleCnt="4"/>
      <dgm:spPr/>
    </dgm:pt>
    <dgm:pt modelId="{A5EFBD4E-0CEA-4323-AE2D-EEF36A00541D}" type="pres">
      <dgm:prSet presAssocID="{BCF6B64D-5267-47B8-8C11-A3BFC3EAF54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86260D0-8A62-4FF9-96DF-DE3553D5AB53}" type="pres">
      <dgm:prSet presAssocID="{BCF6B64D-5267-47B8-8C11-A3BFC3EAF540}" presName="negativeSpace" presStyleCnt="0"/>
      <dgm:spPr/>
    </dgm:pt>
    <dgm:pt modelId="{CDBC014C-86B5-4D5C-804D-7BC844ADDF80}" type="pres">
      <dgm:prSet presAssocID="{BCF6B64D-5267-47B8-8C11-A3BFC3EAF540}" presName="childText" presStyleLbl="conFgAcc1" presStyleIdx="1" presStyleCnt="4">
        <dgm:presLayoutVars>
          <dgm:bulletEnabled val="1"/>
        </dgm:presLayoutVars>
      </dgm:prSet>
      <dgm:spPr/>
    </dgm:pt>
    <dgm:pt modelId="{54647215-A5A0-4549-AAC0-0417C299E094}" type="pres">
      <dgm:prSet presAssocID="{CEE2241B-7B59-4525-88BD-0D7DBF68DE3B}" presName="spaceBetweenRectangles" presStyleCnt="0"/>
      <dgm:spPr/>
    </dgm:pt>
    <dgm:pt modelId="{E1C3DC0B-30C5-4606-B979-4595233F63D0}" type="pres">
      <dgm:prSet presAssocID="{9A2D96B9-E474-4A0E-B3E1-58375DC6E1BC}" presName="parentLin" presStyleCnt="0"/>
      <dgm:spPr/>
    </dgm:pt>
    <dgm:pt modelId="{A3A180BF-EEA9-45D9-AC64-08C338377E3F}" type="pres">
      <dgm:prSet presAssocID="{9A2D96B9-E474-4A0E-B3E1-58375DC6E1BC}" presName="parentLeftMargin" presStyleLbl="node1" presStyleIdx="1" presStyleCnt="4"/>
      <dgm:spPr/>
    </dgm:pt>
    <dgm:pt modelId="{2A0046C7-8EFA-4437-B314-56C1E2F0098B}" type="pres">
      <dgm:prSet presAssocID="{9A2D96B9-E474-4A0E-B3E1-58375DC6E1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E0371B-9289-4AC4-A1C7-022FB58DA1A6}" type="pres">
      <dgm:prSet presAssocID="{9A2D96B9-E474-4A0E-B3E1-58375DC6E1BC}" presName="negativeSpace" presStyleCnt="0"/>
      <dgm:spPr/>
    </dgm:pt>
    <dgm:pt modelId="{20EA4E4A-3D04-4F69-A23D-5EE1F592A678}" type="pres">
      <dgm:prSet presAssocID="{9A2D96B9-E474-4A0E-B3E1-58375DC6E1BC}" presName="childText" presStyleLbl="conFgAcc1" presStyleIdx="2" presStyleCnt="4">
        <dgm:presLayoutVars>
          <dgm:bulletEnabled val="1"/>
        </dgm:presLayoutVars>
      </dgm:prSet>
      <dgm:spPr/>
    </dgm:pt>
    <dgm:pt modelId="{0301F693-A483-44EE-8FB5-14EA8F52B641}" type="pres">
      <dgm:prSet presAssocID="{06262765-7EE8-48BE-B172-78252430A00C}" presName="spaceBetweenRectangles" presStyleCnt="0"/>
      <dgm:spPr/>
    </dgm:pt>
    <dgm:pt modelId="{072A9252-F0E2-4448-ADEF-F4D4218C2760}" type="pres">
      <dgm:prSet presAssocID="{34950E98-A9F7-4581-AA6E-2C1A382B06F9}" presName="parentLin" presStyleCnt="0"/>
      <dgm:spPr/>
    </dgm:pt>
    <dgm:pt modelId="{E1708365-3FB5-442D-945D-7A7DD82C9719}" type="pres">
      <dgm:prSet presAssocID="{34950E98-A9F7-4581-AA6E-2C1A382B06F9}" presName="parentLeftMargin" presStyleLbl="node1" presStyleIdx="2" presStyleCnt="4"/>
      <dgm:spPr/>
    </dgm:pt>
    <dgm:pt modelId="{027F89B9-E03F-4ED3-831C-6CA67F8BFC41}" type="pres">
      <dgm:prSet presAssocID="{34950E98-A9F7-4581-AA6E-2C1A382B06F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F848214-6681-445B-A1EB-8DAC1308E4E9}" type="pres">
      <dgm:prSet presAssocID="{34950E98-A9F7-4581-AA6E-2C1A382B06F9}" presName="negativeSpace" presStyleCnt="0"/>
      <dgm:spPr/>
    </dgm:pt>
    <dgm:pt modelId="{105013E4-E7AB-405C-8DC8-FA57D8C617C8}" type="pres">
      <dgm:prSet presAssocID="{34950E98-A9F7-4581-AA6E-2C1A382B06F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D57AF13-F88B-45BA-A127-C33DB110BE57}" type="presOf" srcId="{BCF6B64D-5267-47B8-8C11-A3BFC3EAF540}" destId="{A5EFBD4E-0CEA-4323-AE2D-EEF36A00541D}" srcOrd="1" destOrd="0" presId="urn:microsoft.com/office/officeart/2005/8/layout/list1"/>
    <dgm:cxn modelId="{3226812C-3978-45CF-B96C-359459EF690C}" type="presOf" srcId="{34950E98-A9F7-4581-AA6E-2C1A382B06F9}" destId="{E1708365-3FB5-442D-945D-7A7DD82C9719}" srcOrd="0" destOrd="0" presId="urn:microsoft.com/office/officeart/2005/8/layout/list1"/>
    <dgm:cxn modelId="{C4877764-316B-43B0-9E54-ED1AE9AE518F}" type="presOf" srcId="{3D39D639-C5ED-4BAF-B579-318DA60F52D3}" destId="{30839790-A7A1-4CB9-90F8-6C98204EB981}" srcOrd="0" destOrd="0" presId="urn:microsoft.com/office/officeart/2005/8/layout/list1"/>
    <dgm:cxn modelId="{FEBC5F4E-1104-40AF-AFF0-0411DD521655}" srcId="{9EE3AE85-A993-49CA-9AFA-E3AB17453E6D}" destId="{3D39D639-C5ED-4BAF-B579-318DA60F52D3}" srcOrd="0" destOrd="0" parTransId="{BE66A783-D5D0-4938-8156-B9CA3FF7867F}" sibTransId="{F2B4EE23-941C-47B5-951F-48E3E6CA515C}"/>
    <dgm:cxn modelId="{E5D34F73-FB01-4D2C-8F56-E98D2C86C93E}" type="presOf" srcId="{9A2D96B9-E474-4A0E-B3E1-58375DC6E1BC}" destId="{2A0046C7-8EFA-4437-B314-56C1E2F0098B}" srcOrd="1" destOrd="0" presId="urn:microsoft.com/office/officeart/2005/8/layout/list1"/>
    <dgm:cxn modelId="{23F8CE77-A707-49D3-B140-CA78F378B4C8}" type="presOf" srcId="{34950E98-A9F7-4581-AA6E-2C1A382B06F9}" destId="{027F89B9-E03F-4ED3-831C-6CA67F8BFC41}" srcOrd="1" destOrd="0" presId="urn:microsoft.com/office/officeart/2005/8/layout/list1"/>
    <dgm:cxn modelId="{46583594-FC8C-4DE6-87F1-A35A8A61B6C9}" srcId="{9EE3AE85-A993-49CA-9AFA-E3AB17453E6D}" destId="{34950E98-A9F7-4581-AA6E-2C1A382B06F9}" srcOrd="3" destOrd="0" parTransId="{F17F2A44-39BA-425B-89AE-22F6C9377FC2}" sibTransId="{D5FFDAB2-B6A1-41F1-B622-C81F3A585879}"/>
    <dgm:cxn modelId="{366BBAA0-8D78-4863-AED3-0166C7BF51CB}" srcId="{9EE3AE85-A993-49CA-9AFA-E3AB17453E6D}" destId="{9A2D96B9-E474-4A0E-B3E1-58375DC6E1BC}" srcOrd="2" destOrd="0" parTransId="{856C435C-B147-4C91-87EC-1964971288BE}" sibTransId="{06262765-7EE8-48BE-B172-78252430A00C}"/>
    <dgm:cxn modelId="{3D4135C0-A38B-43DE-9DF6-33A0426D2305}" srcId="{9EE3AE85-A993-49CA-9AFA-E3AB17453E6D}" destId="{BCF6B64D-5267-47B8-8C11-A3BFC3EAF540}" srcOrd="1" destOrd="0" parTransId="{9FB9C056-2D8A-4153-8A36-6A7C41B85133}" sibTransId="{CEE2241B-7B59-4525-88BD-0D7DBF68DE3B}"/>
    <dgm:cxn modelId="{E88E60C1-4D37-42E6-A038-F55999C43ED4}" type="presOf" srcId="{9EE3AE85-A993-49CA-9AFA-E3AB17453E6D}" destId="{6CE98E00-DC93-45B7-95A0-601EAA529068}" srcOrd="0" destOrd="0" presId="urn:microsoft.com/office/officeart/2005/8/layout/list1"/>
    <dgm:cxn modelId="{12AE5CCA-CB5A-4BBF-93DD-82076184743D}" type="presOf" srcId="{BCF6B64D-5267-47B8-8C11-A3BFC3EAF540}" destId="{CE887AF9-9687-464B-A58F-C7636C631968}" srcOrd="0" destOrd="0" presId="urn:microsoft.com/office/officeart/2005/8/layout/list1"/>
    <dgm:cxn modelId="{98CC08DD-C92B-4803-8758-023B016174A1}" type="presOf" srcId="{3D39D639-C5ED-4BAF-B579-318DA60F52D3}" destId="{6A82D0D2-5060-4F00-9288-ABE504984B54}" srcOrd="1" destOrd="0" presId="urn:microsoft.com/office/officeart/2005/8/layout/list1"/>
    <dgm:cxn modelId="{1976F5FC-F873-4702-8BDB-A17337E19415}" type="presOf" srcId="{9A2D96B9-E474-4A0E-B3E1-58375DC6E1BC}" destId="{A3A180BF-EEA9-45D9-AC64-08C338377E3F}" srcOrd="0" destOrd="0" presId="urn:microsoft.com/office/officeart/2005/8/layout/list1"/>
    <dgm:cxn modelId="{2DB92E34-CFA1-4494-8140-0E8E7AE896B0}" type="presParOf" srcId="{6CE98E00-DC93-45B7-95A0-601EAA529068}" destId="{3B24FED6-D758-4872-B26F-0B2A573919BF}" srcOrd="0" destOrd="0" presId="urn:microsoft.com/office/officeart/2005/8/layout/list1"/>
    <dgm:cxn modelId="{BDE08364-6FD6-4989-90BC-E79909044C24}" type="presParOf" srcId="{3B24FED6-D758-4872-B26F-0B2A573919BF}" destId="{30839790-A7A1-4CB9-90F8-6C98204EB981}" srcOrd="0" destOrd="0" presId="urn:microsoft.com/office/officeart/2005/8/layout/list1"/>
    <dgm:cxn modelId="{D862FA2C-E600-4671-8F45-2373C6F70679}" type="presParOf" srcId="{3B24FED6-D758-4872-B26F-0B2A573919BF}" destId="{6A82D0D2-5060-4F00-9288-ABE504984B54}" srcOrd="1" destOrd="0" presId="urn:microsoft.com/office/officeart/2005/8/layout/list1"/>
    <dgm:cxn modelId="{644700A4-4EAC-421A-8FB8-88479E6DA77E}" type="presParOf" srcId="{6CE98E00-DC93-45B7-95A0-601EAA529068}" destId="{E0B7ABA3-5390-4560-944B-2DA3226EF4D0}" srcOrd="1" destOrd="0" presId="urn:microsoft.com/office/officeart/2005/8/layout/list1"/>
    <dgm:cxn modelId="{C58A55B3-A6BA-4BC5-842B-A85327D4EA84}" type="presParOf" srcId="{6CE98E00-DC93-45B7-95A0-601EAA529068}" destId="{F9C07A3D-CD69-4FC0-9AD9-A9B96A647D78}" srcOrd="2" destOrd="0" presId="urn:microsoft.com/office/officeart/2005/8/layout/list1"/>
    <dgm:cxn modelId="{8353EA12-31C5-4C84-999C-A45AF5C55F34}" type="presParOf" srcId="{6CE98E00-DC93-45B7-95A0-601EAA529068}" destId="{AABCCF05-C32F-460D-984C-AE14F761E254}" srcOrd="3" destOrd="0" presId="urn:microsoft.com/office/officeart/2005/8/layout/list1"/>
    <dgm:cxn modelId="{6F19BD09-115A-4067-9FA5-98D825BD0F0C}" type="presParOf" srcId="{6CE98E00-DC93-45B7-95A0-601EAA529068}" destId="{730C4927-5296-4CB2-BA83-699560C916E0}" srcOrd="4" destOrd="0" presId="urn:microsoft.com/office/officeart/2005/8/layout/list1"/>
    <dgm:cxn modelId="{16DA4C81-9B2D-4FCA-850D-75CCEA19C163}" type="presParOf" srcId="{730C4927-5296-4CB2-BA83-699560C916E0}" destId="{CE887AF9-9687-464B-A58F-C7636C631968}" srcOrd="0" destOrd="0" presId="urn:microsoft.com/office/officeart/2005/8/layout/list1"/>
    <dgm:cxn modelId="{E6AD029F-CBF0-44AB-AFF6-8912A271A919}" type="presParOf" srcId="{730C4927-5296-4CB2-BA83-699560C916E0}" destId="{A5EFBD4E-0CEA-4323-AE2D-EEF36A00541D}" srcOrd="1" destOrd="0" presId="urn:microsoft.com/office/officeart/2005/8/layout/list1"/>
    <dgm:cxn modelId="{0190CC0F-7236-499D-8B1D-A912DD87FEE0}" type="presParOf" srcId="{6CE98E00-DC93-45B7-95A0-601EAA529068}" destId="{D86260D0-8A62-4FF9-96DF-DE3553D5AB53}" srcOrd="5" destOrd="0" presId="urn:microsoft.com/office/officeart/2005/8/layout/list1"/>
    <dgm:cxn modelId="{2CE7937A-DE57-499D-BC46-7BABB04EDD9F}" type="presParOf" srcId="{6CE98E00-DC93-45B7-95A0-601EAA529068}" destId="{CDBC014C-86B5-4D5C-804D-7BC844ADDF80}" srcOrd="6" destOrd="0" presId="urn:microsoft.com/office/officeart/2005/8/layout/list1"/>
    <dgm:cxn modelId="{999BCC28-8F15-4AF1-A047-FFE8CCDF1654}" type="presParOf" srcId="{6CE98E00-DC93-45B7-95A0-601EAA529068}" destId="{54647215-A5A0-4549-AAC0-0417C299E094}" srcOrd="7" destOrd="0" presId="urn:microsoft.com/office/officeart/2005/8/layout/list1"/>
    <dgm:cxn modelId="{27872B86-D661-4C2D-B34F-516A55BC32D2}" type="presParOf" srcId="{6CE98E00-DC93-45B7-95A0-601EAA529068}" destId="{E1C3DC0B-30C5-4606-B979-4595233F63D0}" srcOrd="8" destOrd="0" presId="urn:microsoft.com/office/officeart/2005/8/layout/list1"/>
    <dgm:cxn modelId="{7A9301C5-E5BC-4F74-B151-A0C994C4FE36}" type="presParOf" srcId="{E1C3DC0B-30C5-4606-B979-4595233F63D0}" destId="{A3A180BF-EEA9-45D9-AC64-08C338377E3F}" srcOrd="0" destOrd="0" presId="urn:microsoft.com/office/officeart/2005/8/layout/list1"/>
    <dgm:cxn modelId="{EE6C29EF-7E12-4F56-A580-BDF9FC81D526}" type="presParOf" srcId="{E1C3DC0B-30C5-4606-B979-4595233F63D0}" destId="{2A0046C7-8EFA-4437-B314-56C1E2F0098B}" srcOrd="1" destOrd="0" presId="urn:microsoft.com/office/officeart/2005/8/layout/list1"/>
    <dgm:cxn modelId="{688F48EA-E20E-40C1-BEF4-82C365C45F60}" type="presParOf" srcId="{6CE98E00-DC93-45B7-95A0-601EAA529068}" destId="{07E0371B-9289-4AC4-A1C7-022FB58DA1A6}" srcOrd="9" destOrd="0" presId="urn:microsoft.com/office/officeart/2005/8/layout/list1"/>
    <dgm:cxn modelId="{7C63DF93-5839-4A95-8E0F-C3628803CFF2}" type="presParOf" srcId="{6CE98E00-DC93-45B7-95A0-601EAA529068}" destId="{20EA4E4A-3D04-4F69-A23D-5EE1F592A678}" srcOrd="10" destOrd="0" presId="urn:microsoft.com/office/officeart/2005/8/layout/list1"/>
    <dgm:cxn modelId="{1FD0D1F8-B9D4-4F6C-A24B-18782618A0DF}" type="presParOf" srcId="{6CE98E00-DC93-45B7-95A0-601EAA529068}" destId="{0301F693-A483-44EE-8FB5-14EA8F52B641}" srcOrd="11" destOrd="0" presId="urn:microsoft.com/office/officeart/2005/8/layout/list1"/>
    <dgm:cxn modelId="{9AA536BE-CF39-4966-857C-967D4C190C0C}" type="presParOf" srcId="{6CE98E00-DC93-45B7-95A0-601EAA529068}" destId="{072A9252-F0E2-4448-ADEF-F4D4218C2760}" srcOrd="12" destOrd="0" presId="urn:microsoft.com/office/officeart/2005/8/layout/list1"/>
    <dgm:cxn modelId="{835A777B-5F71-4147-8963-2F6C5E9DB2FD}" type="presParOf" srcId="{072A9252-F0E2-4448-ADEF-F4D4218C2760}" destId="{E1708365-3FB5-442D-945D-7A7DD82C9719}" srcOrd="0" destOrd="0" presId="urn:microsoft.com/office/officeart/2005/8/layout/list1"/>
    <dgm:cxn modelId="{5362FCBE-9AE6-4BB1-AD81-F9B98C1BA1BC}" type="presParOf" srcId="{072A9252-F0E2-4448-ADEF-F4D4218C2760}" destId="{027F89B9-E03F-4ED3-831C-6CA67F8BFC41}" srcOrd="1" destOrd="0" presId="urn:microsoft.com/office/officeart/2005/8/layout/list1"/>
    <dgm:cxn modelId="{C292898E-CE74-425E-9FE7-CD38DFE6FE54}" type="presParOf" srcId="{6CE98E00-DC93-45B7-95A0-601EAA529068}" destId="{4F848214-6681-445B-A1EB-8DAC1308E4E9}" srcOrd="13" destOrd="0" presId="urn:microsoft.com/office/officeart/2005/8/layout/list1"/>
    <dgm:cxn modelId="{114DBE20-6F0B-4918-B470-237D763B06D4}" type="presParOf" srcId="{6CE98E00-DC93-45B7-95A0-601EAA529068}" destId="{105013E4-E7AB-405C-8DC8-FA57D8C617C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C07A3D-CD69-4FC0-9AD9-A9B96A647D78}">
      <dsp:nvSpPr>
        <dsp:cNvPr id="0" name=""/>
        <dsp:cNvSpPr/>
      </dsp:nvSpPr>
      <dsp:spPr>
        <a:xfrm>
          <a:off x="0" y="410520"/>
          <a:ext cx="85344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2D0D2-5060-4F00-9288-ABE504984B54}">
      <dsp:nvSpPr>
        <dsp:cNvPr id="0" name=""/>
        <dsp:cNvSpPr/>
      </dsp:nvSpPr>
      <dsp:spPr>
        <a:xfrm>
          <a:off x="426720" y="71040"/>
          <a:ext cx="597408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Candidate Name        - Rohit Kumar</a:t>
          </a:r>
          <a:endParaRPr lang="en-US" sz="2300" kern="1200" dirty="0"/>
        </a:p>
      </dsp:txBody>
      <dsp:txXfrm>
        <a:off x="459864" y="104184"/>
        <a:ext cx="5907792" cy="612672"/>
      </dsp:txXfrm>
    </dsp:sp>
    <dsp:sp modelId="{CDBC014C-86B5-4D5C-804D-7BC844ADDF80}">
      <dsp:nvSpPr>
        <dsp:cNvPr id="0" name=""/>
        <dsp:cNvSpPr/>
      </dsp:nvSpPr>
      <dsp:spPr>
        <a:xfrm>
          <a:off x="0" y="1453800"/>
          <a:ext cx="85344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FBD4E-0CEA-4323-AE2D-EEF36A00541D}">
      <dsp:nvSpPr>
        <dsp:cNvPr id="0" name=""/>
        <dsp:cNvSpPr/>
      </dsp:nvSpPr>
      <dsp:spPr>
        <a:xfrm>
          <a:off x="426720" y="1114320"/>
          <a:ext cx="597408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Candidate PS No        -  40053797</a:t>
          </a:r>
          <a:r>
            <a:rPr lang="en-IN" sz="2300" kern="1200" dirty="0"/>
            <a:t> </a:t>
          </a:r>
          <a:endParaRPr lang="en-US" sz="2300" kern="1200" dirty="0"/>
        </a:p>
      </dsp:txBody>
      <dsp:txXfrm>
        <a:off x="459864" y="1147464"/>
        <a:ext cx="5907792" cy="612672"/>
      </dsp:txXfrm>
    </dsp:sp>
    <dsp:sp modelId="{20EA4E4A-3D04-4F69-A23D-5EE1F592A678}">
      <dsp:nvSpPr>
        <dsp:cNvPr id="0" name=""/>
        <dsp:cNvSpPr/>
      </dsp:nvSpPr>
      <dsp:spPr>
        <a:xfrm>
          <a:off x="0" y="2497080"/>
          <a:ext cx="85344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046C7-8EFA-4437-B314-56C1E2F0098B}">
      <dsp:nvSpPr>
        <dsp:cNvPr id="0" name=""/>
        <dsp:cNvSpPr/>
      </dsp:nvSpPr>
      <dsp:spPr>
        <a:xfrm>
          <a:off x="426720" y="2157600"/>
          <a:ext cx="597408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BU Mentor Name      -  Nilanjan De</a:t>
          </a:r>
          <a:endParaRPr lang="en-US" sz="2300" kern="1200" dirty="0"/>
        </a:p>
      </dsp:txBody>
      <dsp:txXfrm>
        <a:off x="459864" y="2190744"/>
        <a:ext cx="5907792" cy="612672"/>
      </dsp:txXfrm>
    </dsp:sp>
    <dsp:sp modelId="{105013E4-E7AB-405C-8DC8-FA57D8C617C8}">
      <dsp:nvSpPr>
        <dsp:cNvPr id="0" name=""/>
        <dsp:cNvSpPr/>
      </dsp:nvSpPr>
      <dsp:spPr>
        <a:xfrm>
          <a:off x="0" y="3540360"/>
          <a:ext cx="85344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7F89B9-E03F-4ED3-831C-6CA67F8BFC41}">
      <dsp:nvSpPr>
        <dsp:cNvPr id="0" name=""/>
        <dsp:cNvSpPr/>
      </dsp:nvSpPr>
      <dsp:spPr>
        <a:xfrm>
          <a:off x="426720" y="3200880"/>
          <a:ext cx="597408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GEA Mentor Name    - Datti Soniya </a:t>
          </a:r>
          <a:endParaRPr lang="en-US" sz="2300" kern="1200"/>
        </a:p>
      </dsp:txBody>
      <dsp:txXfrm>
        <a:off x="459864" y="3234024"/>
        <a:ext cx="5907792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24EFDFF-52FB-4AA1-8619-FE2EB8C25240}" type="datetimeFigureOut">
              <a:rPr lang="en-IN" smtClean="0"/>
              <a:pPr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0A5A8A1-DC91-404B-B6EF-9243D31694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1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A5A8A1-DC91-404B-B6EF-9243D316941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978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A5A8A1-DC91-404B-B6EF-9243D316941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34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212"/>
          <p:cNvGrpSpPr/>
          <p:nvPr userDrawn="1"/>
        </p:nvGrpSpPr>
        <p:grpSpPr bwMode="gray">
          <a:xfrm>
            <a:off x="-1" y="0"/>
            <a:ext cx="9137515" cy="4914900"/>
            <a:chOff x="-1" y="0"/>
            <a:chExt cx="9137515" cy="4914900"/>
          </a:xfrm>
        </p:grpSpPr>
        <p:cxnSp>
          <p:nvCxnSpPr>
            <p:cNvPr id="63" name="Straight Connector 62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 userDrawn="1"/>
        </p:nvGrpSpPr>
        <p:grpSpPr bwMode="gray">
          <a:xfrm>
            <a:off x="200226" y="755329"/>
            <a:ext cx="799280" cy="844787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9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 bwMode="gray">
          <a:xfrm>
            <a:off x="4981240" y="1861069"/>
            <a:ext cx="747544" cy="809246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12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999506" y="755329"/>
            <a:ext cx="4052554" cy="1561151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Title Text</a:t>
            </a:r>
            <a:endParaRPr lang="en-IN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gray">
          <a:xfrm>
            <a:off x="0" y="2647838"/>
            <a:ext cx="2407675" cy="575724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gray">
          <a:xfrm>
            <a:off x="299349" y="2798386"/>
            <a:ext cx="1680364" cy="252286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3" name="Text Placeholder 1030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299349" y="3484735"/>
            <a:ext cx="3643967" cy="34768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  <a:lvl2pPr marL="342891" indent="0">
              <a:buNone/>
              <a:defRPr/>
            </a:lvl2pPr>
            <a:lvl3pPr marL="685782" indent="0">
              <a:buNone/>
              <a:defRPr/>
            </a:lvl3pPr>
            <a:lvl4pPr marL="1028674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US"/>
              <a:t>Name</a:t>
            </a:r>
            <a:endParaRPr lang="en-IN"/>
          </a:p>
        </p:txBody>
      </p:sp>
      <p:sp>
        <p:nvSpPr>
          <p:cNvPr id="24" name="Text Placeholder 1030"/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299349" y="3939689"/>
            <a:ext cx="3643967" cy="3476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342891" indent="0">
              <a:buNone/>
              <a:defRPr/>
            </a:lvl2pPr>
            <a:lvl3pPr marL="685782" indent="0">
              <a:buNone/>
              <a:defRPr/>
            </a:lvl3pPr>
            <a:lvl4pPr marL="1028674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US"/>
              <a:t>Designation </a:t>
            </a:r>
            <a:endParaRPr lang="en-IN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4317589" y="2638"/>
            <a:ext cx="4826410" cy="4914952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sz="quarter" idx="14" hasCustomPrompt="1"/>
          </p:nvPr>
        </p:nvSpPr>
        <p:spPr bwMode="gray">
          <a:xfrm>
            <a:off x="4379513" y="-1"/>
            <a:ext cx="4764488" cy="4917591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64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200" i="1" dirty="0"/>
            </a:lvl1pPr>
          </a:lstStyle>
          <a:p>
            <a:r>
              <a:rPr lang="en-IN"/>
              <a:t>Click icon to add image</a:t>
            </a:r>
          </a:p>
        </p:txBody>
      </p:sp>
      <p:sp>
        <p:nvSpPr>
          <p:cNvPr id="123" name="TextBox 122"/>
          <p:cNvSpPr txBox="1"/>
          <p:nvPr userDrawn="1"/>
        </p:nvSpPr>
        <p:spPr bwMode="gray">
          <a:xfrm>
            <a:off x="2968706" y="4936035"/>
            <a:ext cx="3229087" cy="207747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algn="ctr" defTabSz="914354">
              <a:defRPr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353056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304800" y="666750"/>
            <a:ext cx="8534400" cy="4191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1800" smtClean="0"/>
            </a:lvl1pPr>
            <a:lvl2pPr>
              <a:defRPr lang="en-US" sz="1600" smtClean="0"/>
            </a:lvl2pPr>
            <a:lvl3pPr>
              <a:defRPr lang="en-US" sz="1400" smtClean="0"/>
            </a:lvl3pPr>
            <a:lvl4pPr>
              <a:defRPr lang="en-US" sz="1200" smtClean="0"/>
            </a:lvl4pPr>
            <a:lvl5pPr>
              <a:defRPr lang="en-US" sz="1100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0192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Gr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>
          <a:xfrm>
            <a:off x="304800" y="666750"/>
            <a:ext cx="8534400" cy="4191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1800" smtClean="0"/>
            </a:lvl1pPr>
            <a:lvl2pPr>
              <a:defRPr lang="en-US" sz="1600" smtClean="0"/>
            </a:lvl2pPr>
            <a:lvl3pPr>
              <a:defRPr lang="en-US" sz="1400" smtClean="0"/>
            </a:lvl3pPr>
            <a:lvl4pPr>
              <a:defRPr lang="en-US" sz="1200" smtClean="0"/>
            </a:lvl4pPr>
            <a:lvl5pPr>
              <a:defRPr lang="en-US" sz="1100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  <p:grpSp>
        <p:nvGrpSpPr>
          <p:cNvPr id="3" name="Group 1"/>
          <p:cNvGrpSpPr/>
          <p:nvPr userDrawn="1"/>
        </p:nvGrpSpPr>
        <p:grpSpPr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0192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u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0" y="583327"/>
            <a:ext cx="9144000" cy="4352708"/>
          </a:xfrm>
          <a:prstGeom prst="rect">
            <a:avLst/>
          </a:prstGeom>
          <a:solidFill>
            <a:srgbClr val="00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grpSp>
        <p:nvGrpSpPr>
          <p:cNvPr id="98" name="Group 97"/>
          <p:cNvGrpSpPr/>
          <p:nvPr userDrawn="1"/>
        </p:nvGrpSpPr>
        <p:grpSpPr bwMode="gray">
          <a:xfrm>
            <a:off x="-1" y="571501"/>
            <a:ext cx="9137515" cy="4375150"/>
            <a:chOff x="-1" y="596901"/>
            <a:chExt cx="9137515" cy="4375150"/>
          </a:xfrm>
        </p:grpSpPr>
        <p:cxnSp>
          <p:nvCxnSpPr>
            <p:cNvPr id="99" name="Straight Connector 98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rgbClr val="0077B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rgbClr val="3576D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Content Placeholder 2"/>
          <p:cNvSpPr>
            <a:spLocks noGrp="1"/>
          </p:cNvSpPr>
          <p:nvPr>
            <p:ph idx="1"/>
          </p:nvPr>
        </p:nvSpPr>
        <p:spPr bwMode="gray">
          <a:xfrm>
            <a:off x="304800" y="666750"/>
            <a:ext cx="8534400" cy="4191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 marL="171446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1pPr>
            <a:lvl2pPr marL="514337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2pPr>
            <a:lvl3pPr marL="857228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3pPr>
            <a:lvl4pPr marL="1200120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4pPr>
            <a:lvl5pPr marL="1543012" indent="-171446">
              <a:buFontTx/>
              <a:buBlip>
                <a:blip r:embed="rId2"/>
              </a:buBlip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39448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Grey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0" y="583327"/>
            <a:ext cx="9144000" cy="435270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04" name="Group 103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05" name="Straight Connector 104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rgbClr val="9898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Click to edit Title Text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" name="Content Placeholder 2"/>
          <p:cNvSpPr>
            <a:spLocks noGrp="1"/>
          </p:cNvSpPr>
          <p:nvPr>
            <p:ph idx="1"/>
          </p:nvPr>
        </p:nvSpPr>
        <p:spPr bwMode="gray">
          <a:xfrm>
            <a:off x="304800" y="666750"/>
            <a:ext cx="8534400" cy="4191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 marL="171446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1pPr>
            <a:lvl2pPr marL="514337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2pPr>
            <a:lvl3pPr marL="857228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3pPr>
            <a:lvl4pPr marL="1200120" indent="-171446">
              <a:buFontTx/>
              <a:buBlip>
                <a:blip r:embed="rId2"/>
              </a:buBlip>
              <a:defRPr lang="en-US" smtClean="0">
                <a:solidFill>
                  <a:schemeClr val="bg1"/>
                </a:solidFill>
              </a:defRPr>
            </a:lvl4pPr>
            <a:lvl5pPr marL="1543012" indent="-171446">
              <a:buFontTx/>
              <a:buBlip>
                <a:blip r:embed="rId2"/>
              </a:buBlip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7788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Full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 userDrawn="1"/>
        </p:nvGrpSpPr>
        <p:grpSpPr bwMode="gray">
          <a:xfrm>
            <a:off x="-9458" y="0"/>
            <a:ext cx="9137515" cy="4914900"/>
            <a:chOff x="-9458" y="0"/>
            <a:chExt cx="9137515" cy="4914900"/>
          </a:xfrm>
        </p:grpSpPr>
        <p:cxnSp>
          <p:nvCxnSpPr>
            <p:cNvPr id="138" name="Straight Connector 137"/>
            <p:cNvCxnSpPr/>
            <p:nvPr userDrawn="1"/>
          </p:nvCxnSpPr>
          <p:spPr bwMode="gray">
            <a:xfrm>
              <a:off x="1331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2858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43857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5913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7440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8967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10494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12022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13549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15076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16604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18131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19658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21185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22713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24240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257678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27295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288224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30349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318770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334043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34931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364589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37986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395135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41040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42568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440954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45622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471500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48677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502046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517319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53259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547864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56313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578410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593683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60895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>
              <a:off x="624229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>
              <a:off x="63950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>
              <a:off x="654775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>
              <a:off x="670048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>
              <a:off x="68532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>
              <a:off x="700594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>
              <a:off x="71586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>
              <a:off x="731140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>
              <a:off x="746413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>
              <a:off x="76168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>
              <a:off x="776959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>
              <a:off x="79223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>
              <a:off x="807505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>
              <a:off x="822778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>
              <a:off x="83805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>
              <a:off x="853324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>
              <a:off x="86859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>
              <a:off x="88387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>
              <a:off x="899142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 flipH="1">
              <a:off x="-9458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 flipH="1">
              <a:off x="-9458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 flipH="1">
              <a:off x="-9458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 flipH="1">
              <a:off x="-9458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 flipH="1">
              <a:off x="-9458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 flipH="1">
              <a:off x="-9458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 flipH="1">
              <a:off x="-9458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 flipH="1">
              <a:off x="-9458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 flipH="1">
              <a:off x="-9458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 flipH="1">
              <a:off x="-9458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 flipH="1">
              <a:off x="-9458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 flipH="1">
              <a:off x="-9458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 flipH="1">
              <a:off x="-9458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 flipH="1">
              <a:off x="-9458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 flipH="1">
              <a:off x="-9458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 flipH="1">
              <a:off x="-9458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 flipH="1">
              <a:off x="-9458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 flipH="1">
              <a:off x="-9458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 flipH="1">
              <a:off x="-9458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 flipH="1">
              <a:off x="-9458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 flipH="1">
              <a:off x="-9458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 flipH="1">
              <a:off x="-9458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 flipH="1">
              <a:off x="-9458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 flipH="1">
              <a:off x="-9458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 flipH="1">
              <a:off x="-9458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 flipH="1">
              <a:off x="-9458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 flipH="1">
              <a:off x="-9458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 flipH="1">
              <a:off x="-9458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 flipH="1">
              <a:off x="-9458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 flipH="1">
              <a:off x="-9458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 flipH="1">
              <a:off x="-9458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 flipH="1">
              <a:off x="-9458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 flipH="1">
              <a:off x="-9458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 userDrawn="1">
            <p:ph sz="quarter" idx="10"/>
          </p:nvPr>
        </p:nvSpPr>
        <p:spPr bwMode="gray">
          <a:xfrm>
            <a:off x="311150" y="279400"/>
            <a:ext cx="8496300" cy="4254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8" name="TextBox 97"/>
          <p:cNvSpPr txBox="1"/>
          <p:nvPr userDrawn="1"/>
        </p:nvSpPr>
        <p:spPr bwMode="gray">
          <a:xfrm>
            <a:off x="2968706" y="4936035"/>
            <a:ext cx="3229087" cy="207747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algn="ctr" defTabSz="914354">
              <a:defRPr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384989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No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11150" y="279400"/>
            <a:ext cx="8496300" cy="4254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8" name="TextBox 97"/>
          <p:cNvSpPr txBox="1"/>
          <p:nvPr userDrawn="1"/>
        </p:nvSpPr>
        <p:spPr>
          <a:xfrm>
            <a:off x="2968706" y="4936035"/>
            <a:ext cx="3229087" cy="207747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algn="ctr" defTabSz="914354">
              <a:defRPr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384989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/>
          <p:cNvGrpSpPr/>
          <p:nvPr userDrawn="1"/>
        </p:nvGrpSpPr>
        <p:grpSpPr bwMode="gray">
          <a:xfrm>
            <a:off x="-9458" y="0"/>
            <a:ext cx="9137515" cy="4914900"/>
            <a:chOff x="-9458" y="0"/>
            <a:chExt cx="9137515" cy="4914900"/>
          </a:xfrm>
        </p:grpSpPr>
        <p:cxnSp>
          <p:nvCxnSpPr>
            <p:cNvPr id="119" name="Straight Connector 118"/>
            <p:cNvCxnSpPr/>
            <p:nvPr userDrawn="1"/>
          </p:nvCxnSpPr>
          <p:spPr bwMode="gray">
            <a:xfrm>
              <a:off x="1331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858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43857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5913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7440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8967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10494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12022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13549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15076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16604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18131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19658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21185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22713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24240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257678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27295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288224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30349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318770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334043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34931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364589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37986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395135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41040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42568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440954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45622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471500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48677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502046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517319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53259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547864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56313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578410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593683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60895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624229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63950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654775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670048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68532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700594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71586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731140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746413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76168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776959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79223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807505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822778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83805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853324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86859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88387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899142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flipH="1">
              <a:off x="-9458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flipH="1">
              <a:off x="-9458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flipH="1">
              <a:off x="-9458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flipH="1">
              <a:off x="-9458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flipH="1">
              <a:off x="-9458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flipH="1">
              <a:off x="-9458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flipH="1">
              <a:off x="-9458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flipH="1">
              <a:off x="-9458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flipH="1">
              <a:off x="-9458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flipH="1">
              <a:off x="-9458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flipH="1">
              <a:off x="-9458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flipH="1">
              <a:off x="-9458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flipH="1">
              <a:off x="-9458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flipH="1">
              <a:off x="-9458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flipH="1">
              <a:off x="-9458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 flipH="1">
              <a:off x="-9458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flipH="1">
              <a:off x="-9458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flipH="1">
              <a:off x="-9458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flipH="1">
              <a:off x="-9458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flipH="1">
              <a:off x="-9458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flipH="1">
              <a:off x="-9458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flipH="1">
              <a:off x="-9458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flipH="1">
              <a:off x="-9458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flipH="1">
              <a:off x="-9458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flipH="1">
              <a:off x="-9458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flipH="1">
              <a:off x="-9458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flipH="1">
              <a:off x="-9458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flipH="1">
              <a:off x="-9458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flipH="1">
              <a:off x="-9458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flipH="1">
              <a:off x="-9458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flipH="1">
              <a:off x="-9458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flipH="1">
              <a:off x="-9458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flipH="1">
              <a:off x="-9458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 userDrawn="1"/>
        </p:nvGrpSpPr>
        <p:grpSpPr bwMode="gray">
          <a:xfrm>
            <a:off x="1301946" y="1339943"/>
            <a:ext cx="703306" cy="743349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18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Group 19"/>
          <p:cNvGrpSpPr/>
          <p:nvPr userDrawn="1"/>
        </p:nvGrpSpPr>
        <p:grpSpPr bwMode="gray">
          <a:xfrm>
            <a:off x="7156876" y="2460114"/>
            <a:ext cx="688016" cy="744805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21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22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23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</p:grpSp>
      <p:sp>
        <p:nvSpPr>
          <p:cNvPr id="25" name="Parallelogram 24"/>
          <p:cNvSpPr/>
          <p:nvPr/>
        </p:nvSpPr>
        <p:spPr bwMode="gray">
          <a:xfrm>
            <a:off x="1429268" y="1632830"/>
            <a:ext cx="6332164" cy="1182883"/>
          </a:xfrm>
          <a:prstGeom prst="parallelogram">
            <a:avLst>
              <a:gd name="adj" fmla="val 58625"/>
            </a:avLst>
          </a:prstGeom>
          <a:solidFill>
            <a:srgbClr val="003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429268" y="1633538"/>
            <a:ext cx="6311200" cy="1182687"/>
          </a:xfrm>
          <a:prstGeom prst="parallelogram">
            <a:avLst>
              <a:gd name="adj" fmla="val 58503"/>
            </a:avLst>
          </a:prstGeom>
        </p:spPr>
        <p:txBody>
          <a:bodyPr lIns="36000" rIns="36000" anchor="ctr">
            <a:no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</a:defRPr>
            </a:lvl1pPr>
            <a:lvl2pPr marL="342891" indent="0" algn="ctr">
              <a:buFontTx/>
              <a:buNone/>
              <a:defRPr/>
            </a:lvl2pPr>
            <a:lvl3pPr marL="685782" indent="0" algn="ctr">
              <a:buFontTx/>
              <a:buNone/>
              <a:defRPr/>
            </a:lvl3pPr>
            <a:lvl4pPr marL="1028674" indent="0" algn="ctr">
              <a:buFontTx/>
              <a:buNone/>
              <a:defRPr/>
            </a:lvl4pPr>
            <a:lvl5pPr marL="1371566" indent="0" algn="ctr">
              <a:buFontTx/>
              <a:buNone/>
              <a:defRPr/>
            </a:lvl5pPr>
          </a:lstStyle>
          <a:p>
            <a:pPr lvl="0"/>
            <a:r>
              <a:rPr lang="en-US"/>
              <a:t>Section Breaker</a:t>
            </a:r>
          </a:p>
        </p:txBody>
      </p:sp>
      <p:sp>
        <p:nvSpPr>
          <p:cNvPr id="117" name="TextBox 116"/>
          <p:cNvSpPr txBox="1"/>
          <p:nvPr userDrawn="1"/>
        </p:nvSpPr>
        <p:spPr bwMode="gray">
          <a:xfrm>
            <a:off x="2968706" y="4936035"/>
            <a:ext cx="3229087" cy="207747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algn="ctr" defTabSz="914354">
              <a:defRPr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9894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rapezoid 15"/>
          <p:cNvSpPr/>
          <p:nvPr userDrawn="1"/>
        </p:nvSpPr>
        <p:spPr bwMode="gray">
          <a:xfrm>
            <a:off x="0" y="602874"/>
            <a:ext cx="3689350" cy="4333161"/>
          </a:xfrm>
          <a:prstGeom prst="trapezoid">
            <a:avLst>
              <a:gd name="adj" fmla="val 1811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IN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603252"/>
            <a:ext cx="3635375" cy="4332784"/>
          </a:xfrm>
          <a:custGeom>
            <a:avLst/>
            <a:gdLst/>
            <a:ahLst/>
            <a:cxnLst/>
            <a:rect l="l" t="t" r="r" b="b"/>
            <a:pathLst>
              <a:path w="3635375" h="4348163">
                <a:moveTo>
                  <a:pt x="1" y="0"/>
                </a:moveTo>
                <a:lnTo>
                  <a:pt x="626920" y="0"/>
                </a:lnTo>
                <a:lnTo>
                  <a:pt x="2766061" y="0"/>
                </a:lnTo>
                <a:lnTo>
                  <a:pt x="3008455" y="0"/>
                </a:lnTo>
                <a:lnTo>
                  <a:pt x="3635375" y="4348163"/>
                </a:lnTo>
                <a:lnTo>
                  <a:pt x="2766061" y="4348163"/>
                </a:lnTo>
                <a:lnTo>
                  <a:pt x="1" y="4348163"/>
                </a:lnTo>
                <a:lnTo>
                  <a:pt x="0" y="4348163"/>
                </a:lnTo>
                <a:lnTo>
                  <a:pt x="1" y="434815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171446" indent="-171446">
              <a:buFont typeface="Arial" panose="020B0604020202020204" pitchFamily="34" charset="0"/>
              <a:buNone/>
              <a:defRPr lang="en-IN" sz="1400" i="1" noProof="0" dirty="0"/>
            </a:lvl1pPr>
          </a:lstStyle>
          <a:p>
            <a:pPr marL="0" lvl="0" indent="0" algn="ctr"/>
            <a:r>
              <a:rPr lang="en-IN"/>
              <a:t>Click icon to add image</a:t>
            </a:r>
            <a:endParaRPr kumimoji="0" lang="en-IN" sz="2100" b="0" i="0" u="none" strike="noStrike" kern="1200" cap="none" spc="0" normalizeH="0" baseline="0" noProof="0">
              <a:ln>
                <a:noFill/>
              </a:ln>
              <a:solidFill>
                <a:srgbClr val="1F1A1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Case Study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635375" y="629285"/>
            <a:ext cx="5281487" cy="23862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IN"/>
              <a:t>THE CHALLENGE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42962" y="937260"/>
            <a:ext cx="5274661" cy="5589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None/>
              <a:defRPr sz="1100"/>
            </a:lvl2pPr>
            <a:lvl3pPr marL="685782" indent="0">
              <a:buNone/>
              <a:defRPr sz="1100"/>
            </a:lvl3pPr>
            <a:lvl4pPr marL="1028674" indent="0">
              <a:buNone/>
              <a:defRPr sz="1100"/>
            </a:lvl4pPr>
            <a:lvl5pPr marL="1371566" indent="0">
              <a:buNone/>
              <a:defRPr sz="1100"/>
            </a:lvl5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635374" y="1754819"/>
            <a:ext cx="5281487" cy="26520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200" b="1" i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IN"/>
              <a:t>SOLUTION HIGHLIGHTS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647763" y="2097143"/>
            <a:ext cx="5269097" cy="55917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marR="0" indent="0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marL="228589" lvl="0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r>
              <a:rPr lang="en-US"/>
              <a:t>Enter Description</a:t>
            </a:r>
          </a:p>
          <a:p>
            <a:pPr marL="571480" marR="0" lvl="1" indent="-228589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Blip>
                <a:blip r:embed="rId2"/>
              </a:buBlip>
              <a:tabLst/>
              <a:defRPr/>
            </a:pPr>
            <a:r>
              <a:rPr lang="en-US"/>
              <a:t>Description</a:t>
            </a:r>
          </a:p>
          <a:p>
            <a:pPr marL="571480" lvl="1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endParaRPr lang="en-US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646448" y="2869387"/>
            <a:ext cx="5247553" cy="21115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200" b="1" i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IN"/>
              <a:t>BUSINESS VALUE DELIVERED</a:t>
            </a:r>
          </a:p>
        </p:txBody>
      </p:sp>
      <p:sp>
        <p:nvSpPr>
          <p:cNvPr id="25" name="Text Placeholder 20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652232" y="3216635"/>
            <a:ext cx="5241770" cy="51392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marR="0" indent="0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marL="228589" lvl="0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r>
              <a:rPr lang="en-US"/>
              <a:t>Enter Description</a:t>
            </a:r>
          </a:p>
          <a:p>
            <a:pPr marL="571480" marR="0" lvl="1" indent="-228589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Blip>
                <a:blip r:embed="rId2"/>
              </a:buBlip>
              <a:tabLst/>
              <a:defRPr/>
            </a:pPr>
            <a:r>
              <a:rPr lang="en-US"/>
              <a:t>Description</a:t>
            </a:r>
          </a:p>
          <a:p>
            <a:pPr marL="571480" lvl="1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endParaRPr lang="en-US"/>
          </a:p>
        </p:txBody>
      </p:sp>
      <p:sp>
        <p:nvSpPr>
          <p:cNvPr id="106" name="Freeform 105"/>
          <p:cNvSpPr/>
          <p:nvPr userDrawn="1"/>
        </p:nvSpPr>
        <p:spPr bwMode="gray">
          <a:xfrm>
            <a:off x="3784645" y="4406180"/>
            <a:ext cx="5197003" cy="508174"/>
          </a:xfrm>
          <a:custGeom>
            <a:avLst/>
            <a:gdLst>
              <a:gd name="connsiteX0" fmla="*/ 0 w 8732520"/>
              <a:gd name="connsiteY0" fmla="*/ 0 h 316232"/>
              <a:gd name="connsiteX1" fmla="*/ 564834 w 8732520"/>
              <a:gd name="connsiteY1" fmla="*/ 0 h 316232"/>
              <a:gd name="connsiteX2" fmla="*/ 8404860 w 8732520"/>
              <a:gd name="connsiteY2" fmla="*/ 0 h 316232"/>
              <a:gd name="connsiteX3" fmla="*/ 8732520 w 8732520"/>
              <a:gd name="connsiteY3" fmla="*/ 0 h 316232"/>
              <a:gd name="connsiteX4" fmla="*/ 8495346 w 8732520"/>
              <a:gd name="connsiteY4" fmla="*/ 316232 h 316232"/>
              <a:gd name="connsiteX5" fmla="*/ 8404860 w 8732520"/>
              <a:gd name="connsiteY5" fmla="*/ 316232 h 316232"/>
              <a:gd name="connsiteX6" fmla="*/ 327660 w 8732520"/>
              <a:gd name="connsiteY6" fmla="*/ 316232 h 316232"/>
              <a:gd name="connsiteX7" fmla="*/ 0 w 8732520"/>
              <a:gd name="connsiteY7" fmla="*/ 316232 h 316232"/>
              <a:gd name="connsiteX0" fmla="*/ 0 w 8732520"/>
              <a:gd name="connsiteY0" fmla="*/ 0 h 316232"/>
              <a:gd name="connsiteX1" fmla="*/ 564834 w 8732520"/>
              <a:gd name="connsiteY1" fmla="*/ 0 h 316232"/>
              <a:gd name="connsiteX2" fmla="*/ 8404860 w 8732520"/>
              <a:gd name="connsiteY2" fmla="*/ 0 h 316232"/>
              <a:gd name="connsiteX3" fmla="*/ 8732520 w 8732520"/>
              <a:gd name="connsiteY3" fmla="*/ 0 h 316232"/>
              <a:gd name="connsiteX4" fmla="*/ 8495346 w 8732520"/>
              <a:gd name="connsiteY4" fmla="*/ 316232 h 316232"/>
              <a:gd name="connsiteX5" fmla="*/ 8404860 w 8732520"/>
              <a:gd name="connsiteY5" fmla="*/ 316232 h 316232"/>
              <a:gd name="connsiteX6" fmla="*/ 327660 w 8732520"/>
              <a:gd name="connsiteY6" fmla="*/ 316232 h 316232"/>
              <a:gd name="connsiteX7" fmla="*/ 0 w 8732520"/>
              <a:gd name="connsiteY7" fmla="*/ 316232 h 316232"/>
              <a:gd name="connsiteX8" fmla="*/ 0 w 8732520"/>
              <a:gd name="connsiteY8" fmla="*/ 0 h 316232"/>
              <a:gd name="connsiteX0" fmla="*/ 0 w 8732520"/>
              <a:gd name="connsiteY0" fmla="*/ 0 h 316232"/>
              <a:gd name="connsiteX1" fmla="*/ 564834 w 8732520"/>
              <a:gd name="connsiteY1" fmla="*/ 0 h 316232"/>
              <a:gd name="connsiteX2" fmla="*/ 8404860 w 8732520"/>
              <a:gd name="connsiteY2" fmla="*/ 0 h 316232"/>
              <a:gd name="connsiteX3" fmla="*/ 8732520 w 8732520"/>
              <a:gd name="connsiteY3" fmla="*/ 0 h 316232"/>
              <a:gd name="connsiteX4" fmla="*/ 8495346 w 8732520"/>
              <a:gd name="connsiteY4" fmla="*/ 316232 h 316232"/>
              <a:gd name="connsiteX5" fmla="*/ 8404860 w 8732520"/>
              <a:gd name="connsiteY5" fmla="*/ 316232 h 316232"/>
              <a:gd name="connsiteX6" fmla="*/ 327660 w 8732520"/>
              <a:gd name="connsiteY6" fmla="*/ 316232 h 316232"/>
              <a:gd name="connsiteX7" fmla="*/ 49070 w 8732520"/>
              <a:gd name="connsiteY7" fmla="*/ 316232 h 316232"/>
              <a:gd name="connsiteX8" fmla="*/ 0 w 8732520"/>
              <a:gd name="connsiteY8" fmla="*/ 0 h 31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32520" h="316232">
                <a:moveTo>
                  <a:pt x="0" y="0"/>
                </a:moveTo>
                <a:lnTo>
                  <a:pt x="564834" y="0"/>
                </a:lnTo>
                <a:lnTo>
                  <a:pt x="8404860" y="0"/>
                </a:lnTo>
                <a:lnTo>
                  <a:pt x="8732520" y="0"/>
                </a:lnTo>
                <a:lnTo>
                  <a:pt x="8495346" y="316232"/>
                </a:lnTo>
                <a:lnTo>
                  <a:pt x="8404860" y="316232"/>
                </a:lnTo>
                <a:lnTo>
                  <a:pt x="327660" y="316232"/>
                </a:lnTo>
                <a:lnTo>
                  <a:pt x="49070" y="31623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prstClr val="black"/>
              </a:solidFill>
            </a:endParaRPr>
          </a:p>
        </p:txBody>
      </p:sp>
      <p:sp>
        <p:nvSpPr>
          <p:cNvPr id="107" name="Rectangle 106"/>
          <p:cNvSpPr/>
          <p:nvPr userDrawn="1"/>
        </p:nvSpPr>
        <p:spPr bwMode="gray">
          <a:xfrm>
            <a:off x="7573875" y="4403350"/>
            <a:ext cx="1204954" cy="220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>
                <a:solidFill>
                  <a:prstClr val="white"/>
                </a:solidFill>
                <a:ea typeface="Calibri" charset="0"/>
                <a:cs typeface="Calibri" charset="0"/>
              </a:rPr>
              <a:t>  </a:t>
            </a:r>
          </a:p>
        </p:txBody>
      </p:sp>
      <p:cxnSp>
        <p:nvCxnSpPr>
          <p:cNvPr id="108" name="Straight Connector 107"/>
          <p:cNvCxnSpPr/>
          <p:nvPr userDrawn="1"/>
        </p:nvCxnSpPr>
        <p:spPr bwMode="gray">
          <a:xfrm>
            <a:off x="5103938" y="4517829"/>
            <a:ext cx="0" cy="2665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 userDrawn="1"/>
        </p:nvCxnSpPr>
        <p:spPr bwMode="gray">
          <a:xfrm>
            <a:off x="6278085" y="4505522"/>
            <a:ext cx="0" cy="2665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 userDrawn="1"/>
        </p:nvCxnSpPr>
        <p:spPr bwMode="gray">
          <a:xfrm>
            <a:off x="7493922" y="4505522"/>
            <a:ext cx="0" cy="2665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 userDrawn="1"/>
        </p:nvSpPr>
        <p:spPr bwMode="gray">
          <a:xfrm>
            <a:off x="4290577" y="4174505"/>
            <a:ext cx="807387" cy="207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ea typeface="Calibri" charset="0"/>
                <a:cs typeface="Calibri" charset="0"/>
              </a:rPr>
              <a:t>ENGAGEMENT</a:t>
            </a:r>
          </a:p>
        </p:txBody>
      </p:sp>
      <p:sp>
        <p:nvSpPr>
          <p:cNvPr id="112" name="TextBox 111"/>
          <p:cNvSpPr txBox="1"/>
          <p:nvPr userDrawn="1"/>
        </p:nvSpPr>
        <p:spPr bwMode="gray">
          <a:xfrm>
            <a:off x="5489401" y="4165178"/>
            <a:ext cx="777240" cy="207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ea typeface="Calibri" charset="0"/>
                <a:cs typeface="Calibri" charset="0"/>
              </a:rPr>
              <a:t>TECHNOLOGY</a:t>
            </a:r>
          </a:p>
        </p:txBody>
      </p:sp>
      <p:sp>
        <p:nvSpPr>
          <p:cNvPr id="113" name="TextBox 112"/>
          <p:cNvSpPr txBox="1"/>
          <p:nvPr userDrawn="1"/>
        </p:nvSpPr>
        <p:spPr bwMode="gray">
          <a:xfrm>
            <a:off x="7978724" y="4161774"/>
            <a:ext cx="631987" cy="207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ea typeface="Calibri" charset="0"/>
                <a:cs typeface="Calibri" charset="0"/>
              </a:rPr>
              <a:t>OUTCOME</a:t>
            </a:r>
          </a:p>
        </p:txBody>
      </p:sp>
      <p:sp>
        <p:nvSpPr>
          <p:cNvPr id="114" name="TextBox 113"/>
          <p:cNvSpPr txBox="1"/>
          <p:nvPr userDrawn="1"/>
        </p:nvSpPr>
        <p:spPr bwMode="gray">
          <a:xfrm>
            <a:off x="6686975" y="4161774"/>
            <a:ext cx="714205" cy="207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ea typeface="Calibri" charset="0"/>
                <a:cs typeface="Calibri" charset="0"/>
              </a:rPr>
              <a:t>OWNERSHIP</a:t>
            </a:r>
          </a:p>
        </p:txBody>
      </p:sp>
      <p:pic>
        <p:nvPicPr>
          <p:cNvPr id="115" name="Picture 114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087507" y="4160864"/>
            <a:ext cx="180000" cy="194562"/>
          </a:xfrm>
          <a:prstGeom prst="rect">
            <a:avLst/>
          </a:prstGeom>
        </p:spPr>
      </p:pic>
      <p:pic>
        <p:nvPicPr>
          <p:cNvPr id="208" name="Picture 207"/>
          <p:cNvPicPr>
            <a:picLocks noChangeAspect="1"/>
          </p:cNvPicPr>
          <p:nvPr userDrawn="1"/>
        </p:nvPicPr>
        <p:blipFill>
          <a:blip r:embed="rId4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752644" y="4155035"/>
            <a:ext cx="180000" cy="198316"/>
          </a:xfrm>
          <a:prstGeom prst="rect">
            <a:avLst/>
          </a:prstGeom>
        </p:spPr>
      </p:pic>
      <p:pic>
        <p:nvPicPr>
          <p:cNvPr id="209" name="Picture 208"/>
          <p:cNvPicPr>
            <a:picLocks noChangeAspect="1"/>
          </p:cNvPicPr>
          <p:nvPr userDrawn="1"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86438" y="4166199"/>
            <a:ext cx="180000" cy="181986"/>
          </a:xfrm>
          <a:prstGeom prst="rect">
            <a:avLst/>
          </a:prstGeom>
        </p:spPr>
      </p:pic>
      <p:sp>
        <p:nvSpPr>
          <p:cNvPr id="213" name="Chord 212"/>
          <p:cNvSpPr/>
          <p:nvPr userDrawn="1"/>
        </p:nvSpPr>
        <p:spPr bwMode="gray">
          <a:xfrm>
            <a:off x="6437422" y="4155038"/>
            <a:ext cx="200296" cy="201570"/>
          </a:xfrm>
          <a:prstGeom prst="chord">
            <a:avLst>
              <a:gd name="adj1" fmla="val 5350966"/>
              <a:gd name="adj2" fmla="val 1620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Chord 213"/>
          <p:cNvSpPr/>
          <p:nvPr userDrawn="1"/>
        </p:nvSpPr>
        <p:spPr bwMode="gray">
          <a:xfrm rot="10800000">
            <a:off x="6440599" y="4155034"/>
            <a:ext cx="200296" cy="201570"/>
          </a:xfrm>
          <a:prstGeom prst="chord">
            <a:avLst>
              <a:gd name="adj1" fmla="val 5350966"/>
              <a:gd name="adj2" fmla="val 1620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 hasCustomPrompt="1"/>
          </p:nvPr>
        </p:nvSpPr>
        <p:spPr bwMode="gray">
          <a:xfrm>
            <a:off x="4004122" y="4537436"/>
            <a:ext cx="925512" cy="258762"/>
          </a:xfrm>
        </p:spPr>
        <p:txBody>
          <a:bodyPr>
            <a:noAutofit/>
          </a:bodyPr>
          <a:lstStyle>
            <a:lvl1pPr marL="0" indent="0">
              <a:buNone/>
              <a:defRPr sz="9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16" name="Content Placeholder 11"/>
          <p:cNvSpPr>
            <a:spLocks noGrp="1"/>
          </p:cNvSpPr>
          <p:nvPr>
            <p:ph sz="quarter" idx="19" hasCustomPrompt="1"/>
          </p:nvPr>
        </p:nvSpPr>
        <p:spPr bwMode="gray">
          <a:xfrm>
            <a:off x="5249878" y="4531785"/>
            <a:ext cx="925512" cy="258762"/>
          </a:xfrm>
        </p:spPr>
        <p:txBody>
          <a:bodyPr>
            <a:noAutofit/>
          </a:bodyPr>
          <a:lstStyle>
            <a:lvl1pPr marL="0" indent="0">
              <a:buNone/>
              <a:defRPr sz="9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17" name="Content Placeholder 11"/>
          <p:cNvSpPr>
            <a:spLocks noGrp="1"/>
          </p:cNvSpPr>
          <p:nvPr>
            <p:ph sz="quarter" idx="20" hasCustomPrompt="1"/>
          </p:nvPr>
        </p:nvSpPr>
        <p:spPr bwMode="gray">
          <a:xfrm>
            <a:off x="6382146" y="4529630"/>
            <a:ext cx="925512" cy="258762"/>
          </a:xfrm>
        </p:spPr>
        <p:txBody>
          <a:bodyPr>
            <a:noAutofit/>
          </a:bodyPr>
          <a:lstStyle>
            <a:lvl1pPr marL="0" indent="0">
              <a:buNone/>
              <a:defRPr sz="9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18" name="Content Placeholder 11"/>
          <p:cNvSpPr>
            <a:spLocks noGrp="1"/>
          </p:cNvSpPr>
          <p:nvPr>
            <p:ph sz="quarter" idx="21" hasCustomPrompt="1"/>
          </p:nvPr>
        </p:nvSpPr>
        <p:spPr bwMode="gray">
          <a:xfrm>
            <a:off x="7713596" y="4525610"/>
            <a:ext cx="925512" cy="258762"/>
          </a:xfrm>
        </p:spPr>
        <p:txBody>
          <a:bodyPr>
            <a:noAutofit/>
          </a:bodyPr>
          <a:lstStyle>
            <a:lvl1pPr marL="0" indent="0">
              <a:buNone/>
              <a:defRPr sz="9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36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09" name="Straight Connector 108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rapezoid 15"/>
          <p:cNvSpPr/>
          <p:nvPr userDrawn="1"/>
        </p:nvSpPr>
        <p:spPr bwMode="gray">
          <a:xfrm flipH="1">
            <a:off x="5448300" y="606444"/>
            <a:ext cx="3695700" cy="4329591"/>
          </a:xfrm>
          <a:prstGeom prst="trapezoid">
            <a:avLst>
              <a:gd name="adj" fmla="val 18643"/>
            </a:avLst>
          </a:prstGeom>
          <a:solidFill>
            <a:srgbClr val="00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IN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 flipH="1">
            <a:off x="5508104" y="601148"/>
            <a:ext cx="3635375" cy="4334887"/>
          </a:xfrm>
          <a:custGeom>
            <a:avLst/>
            <a:gdLst/>
            <a:ahLst/>
            <a:cxnLst/>
            <a:rect l="l" t="t" r="r" b="b"/>
            <a:pathLst>
              <a:path w="3635375" h="4348163">
                <a:moveTo>
                  <a:pt x="1" y="0"/>
                </a:moveTo>
                <a:lnTo>
                  <a:pt x="626920" y="0"/>
                </a:lnTo>
                <a:lnTo>
                  <a:pt x="2766061" y="0"/>
                </a:lnTo>
                <a:lnTo>
                  <a:pt x="3008455" y="0"/>
                </a:lnTo>
                <a:lnTo>
                  <a:pt x="3635375" y="4348163"/>
                </a:lnTo>
                <a:lnTo>
                  <a:pt x="2766061" y="4348163"/>
                </a:lnTo>
                <a:lnTo>
                  <a:pt x="1" y="4348163"/>
                </a:lnTo>
                <a:lnTo>
                  <a:pt x="0" y="4348163"/>
                </a:lnTo>
                <a:lnTo>
                  <a:pt x="1" y="434815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IN" sz="1200" i="1" dirty="0" smtClean="0"/>
            </a:lvl1pPr>
          </a:lstStyle>
          <a:p>
            <a:r>
              <a:rPr lang="en-IN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Solution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203070" y="697998"/>
            <a:ext cx="5198302" cy="254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200" b="1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IN"/>
              <a:t>SOLUTION DESCRIPTION</a:t>
            </a:r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02351" y="1055847"/>
            <a:ext cx="5199044" cy="4740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None/>
              <a:defRPr sz="1100"/>
            </a:lvl2pPr>
            <a:lvl3pPr marL="685782" indent="0">
              <a:buNone/>
              <a:defRPr sz="1100"/>
            </a:lvl3pPr>
            <a:lvl4pPr marL="1028674" indent="0">
              <a:buNone/>
              <a:defRPr sz="1100"/>
            </a:lvl4pPr>
            <a:lvl5pPr marL="1371566" indent="0">
              <a:buNone/>
              <a:defRPr sz="1100"/>
            </a:lvl5pPr>
          </a:lstStyle>
          <a:p>
            <a:pPr lvl="0"/>
            <a:r>
              <a:rPr lang="en-US"/>
              <a:t>Enter Description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96405" y="1712149"/>
            <a:ext cx="5217786" cy="2253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200" b="1" i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IN"/>
              <a:t>CHALLENGES SOLVED</a:t>
            </a:r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92989" y="2031795"/>
            <a:ext cx="5199044" cy="6406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marR="0" indent="0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marL="228589" lvl="0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r>
              <a:rPr lang="en-US"/>
              <a:t>Enter Description</a:t>
            </a:r>
          </a:p>
          <a:p>
            <a:pPr marL="571480" marR="0" lvl="1" indent="-228589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Blip>
                <a:blip r:embed="rId2"/>
              </a:buBlip>
              <a:tabLst/>
              <a:defRPr/>
            </a:pPr>
            <a:r>
              <a:rPr lang="en-US"/>
              <a:t>Description</a:t>
            </a:r>
          </a:p>
          <a:p>
            <a:pPr marL="571480" lvl="1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endParaRPr lang="en-US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06690" y="2846456"/>
            <a:ext cx="5194681" cy="2684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200" b="1" i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IN"/>
              <a:t>BUSINESS VALUE DELIVERED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02374" y="3210527"/>
            <a:ext cx="5198997" cy="57889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marR="0" indent="0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marL="228589" lvl="0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r>
              <a:rPr lang="en-US"/>
              <a:t>Enter Description</a:t>
            </a:r>
          </a:p>
          <a:p>
            <a:pPr marL="571480" marR="0" lvl="1" indent="-228589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Blip>
                <a:blip r:embed="rId2"/>
              </a:buBlip>
              <a:tabLst/>
              <a:defRPr/>
            </a:pPr>
            <a:r>
              <a:rPr lang="en-US"/>
              <a:t>Description</a:t>
            </a:r>
          </a:p>
          <a:p>
            <a:pPr marL="571480" lvl="1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endParaRPr lang="en-US"/>
          </a:p>
        </p:txBody>
      </p:sp>
      <p:sp>
        <p:nvSpPr>
          <p:cNvPr id="106" name="Text Placeholder 7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91236" y="3926845"/>
            <a:ext cx="5194681" cy="2684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200" b="1" i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IN"/>
              <a:t>CASE SCENARIOS</a:t>
            </a:r>
          </a:p>
        </p:txBody>
      </p:sp>
      <p:sp>
        <p:nvSpPr>
          <p:cNvPr id="107" name="Text Placeholder 20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87897" y="4311258"/>
            <a:ext cx="5198997" cy="57889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marR="0" indent="0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None/>
              <a:tabLst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marL="228589" lvl="0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r>
              <a:rPr lang="en-US"/>
              <a:t>Enter Description</a:t>
            </a:r>
          </a:p>
          <a:p>
            <a:pPr marL="571480" marR="0" lvl="1" indent="-228589" algn="l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400"/>
              </a:spcAft>
              <a:buClrTx/>
              <a:buSzPct val="115000"/>
              <a:buFont typeface="Arial"/>
              <a:buBlip>
                <a:blip r:embed="rId2"/>
              </a:buBlip>
              <a:tabLst/>
              <a:defRPr/>
            </a:pPr>
            <a:r>
              <a:rPr lang="en-US"/>
              <a:t>Description</a:t>
            </a:r>
          </a:p>
          <a:p>
            <a:pPr marL="571480" lvl="1" indent="-228589" defTabSz="685800" eaLnBrk="0" fontAlgn="base" hangingPunct="0">
              <a:spcBef>
                <a:spcPct val="0"/>
              </a:spcBef>
              <a:spcAft>
                <a:spcPts val="400"/>
              </a:spcAft>
              <a:buSzPct val="115000"/>
              <a:buBlip>
                <a:blip r:embed="rId2"/>
              </a:buBlip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15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02" name="Straight Connector 101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rapezoid 15"/>
          <p:cNvSpPr/>
          <p:nvPr userDrawn="1"/>
        </p:nvSpPr>
        <p:spPr bwMode="gray">
          <a:xfrm flipH="1">
            <a:off x="5448300" y="606444"/>
            <a:ext cx="3695700" cy="4329591"/>
          </a:xfrm>
          <a:prstGeom prst="trapezoid">
            <a:avLst>
              <a:gd name="adj" fmla="val 18643"/>
            </a:avLst>
          </a:prstGeom>
          <a:solidFill>
            <a:srgbClr val="00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IN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 flipH="1">
            <a:off x="5508104" y="601148"/>
            <a:ext cx="3635375" cy="4334887"/>
          </a:xfrm>
          <a:custGeom>
            <a:avLst/>
            <a:gdLst/>
            <a:ahLst/>
            <a:cxnLst/>
            <a:rect l="l" t="t" r="r" b="b"/>
            <a:pathLst>
              <a:path w="3635375" h="4348163">
                <a:moveTo>
                  <a:pt x="1" y="0"/>
                </a:moveTo>
                <a:lnTo>
                  <a:pt x="626920" y="0"/>
                </a:lnTo>
                <a:lnTo>
                  <a:pt x="2766061" y="0"/>
                </a:lnTo>
                <a:lnTo>
                  <a:pt x="3008455" y="0"/>
                </a:lnTo>
                <a:lnTo>
                  <a:pt x="3635375" y="4348163"/>
                </a:lnTo>
                <a:lnTo>
                  <a:pt x="2766061" y="4348163"/>
                </a:lnTo>
                <a:lnTo>
                  <a:pt x="1" y="4348163"/>
                </a:lnTo>
                <a:lnTo>
                  <a:pt x="0" y="4348163"/>
                </a:lnTo>
                <a:lnTo>
                  <a:pt x="1" y="434815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80975" algn="l"/>
              </a:tabLst>
              <a:defRPr lang="en-IN" sz="1400" i="1" dirty="0" smtClean="0"/>
            </a:lvl1pPr>
          </a:lstStyle>
          <a:p>
            <a:r>
              <a:rPr lang="en-IN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Vertical Picture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 bwMode="gray">
          <a:xfrm>
            <a:off x="249238" y="762000"/>
            <a:ext cx="5154612" cy="41735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52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02" name="Straight Connector 101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Parallelogram 15"/>
          <p:cNvSpPr/>
          <p:nvPr userDrawn="1"/>
        </p:nvSpPr>
        <p:spPr bwMode="gray">
          <a:xfrm>
            <a:off x="632460" y="692058"/>
            <a:ext cx="8069580" cy="2822667"/>
          </a:xfrm>
          <a:prstGeom prst="parallelogram">
            <a:avLst/>
          </a:prstGeom>
          <a:solidFill>
            <a:srgbClr val="007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US" sz="2800" b="1">
              <a:solidFill>
                <a:schemeClr val="tx1"/>
              </a:solidFill>
            </a:endParaRPr>
          </a:p>
          <a:p>
            <a:pPr algn="ctr"/>
            <a:endParaRPr lang="en-IN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4836" y="644432"/>
            <a:ext cx="8069580" cy="2822667"/>
          </a:xfrm>
          <a:prstGeom prst="parallelogram">
            <a:avLst/>
          </a:prstGeo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marR="0" indent="0" algn="ctr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+mj-lt"/>
              <a:buNone/>
              <a:tabLst>
                <a:tab pos="180975" algn="l"/>
              </a:tabLst>
              <a:defRPr lang="en-IN" sz="1400" i="1" dirty="0"/>
            </a:lvl1pPr>
          </a:lstStyle>
          <a:p>
            <a:r>
              <a:rPr lang="en-IN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Horizontal Picture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Text Placeholder 2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97996" y="3655695"/>
            <a:ext cx="7403004" cy="10496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891" indent="0">
              <a:buNone/>
              <a:defRPr sz="1100"/>
            </a:lvl2pPr>
            <a:lvl3pPr marL="685782" indent="0">
              <a:buNone/>
              <a:defRPr sz="1100"/>
            </a:lvl3pPr>
            <a:lvl4pPr marL="1028674" indent="0">
              <a:buNone/>
              <a:defRPr sz="1100"/>
            </a:lvl4pPr>
            <a:lvl5pPr marL="1371566" indent="0">
              <a:buNone/>
              <a:defRPr sz="1100"/>
            </a:lvl5pPr>
          </a:lstStyle>
          <a:p>
            <a:pPr lvl="0"/>
            <a:r>
              <a:rPr lang="en-US"/>
              <a:t>Enter Text</a:t>
            </a:r>
          </a:p>
        </p:txBody>
      </p:sp>
    </p:spTree>
    <p:extLst>
      <p:ext uri="{BB962C8B-B14F-4D97-AF65-F5344CB8AC3E}">
        <p14:creationId xmlns:p14="http://schemas.microsoft.com/office/powerpoint/2010/main" val="3703034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627535"/>
            <a:ext cx="9144000" cy="4308500"/>
          </a:xfr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1400" i="1" dirty="0"/>
            </a:lvl1pPr>
          </a:lstStyle>
          <a:p>
            <a:r>
              <a:rPr lang="en-IN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Agenda with Image Background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83568" y="915566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83568" y="1409335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83568" y="1903104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83568" y="2396873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83568" y="2890642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683568" y="3384411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83568" y="3878180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83568" y="4371950"/>
            <a:ext cx="3528392" cy="288032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279686" y="915566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1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279686" y="1409335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2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279686" y="1903104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3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279686" y="2396873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4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279686" y="2890642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5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279686" y="3384411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6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279686" y="3878180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7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279686" y="4371950"/>
            <a:ext cx="40388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4396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15" name="Straight Connector 114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Agenda Without Image Background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83568" y="915566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83568" y="1409335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83568" y="1903104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83568" y="2396873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83568" y="2890642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83568" y="3384411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83568" y="3878180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83568" y="4371950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Agenda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79686" y="915566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1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279686" y="1409335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2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79686" y="1903104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3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279686" y="2396873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4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79686" y="2890642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5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279686" y="3384411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6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79686" y="387818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7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279686" y="43719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49611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Two Column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83568" y="771550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Column 1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79686" y="7715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1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35922" y="771550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Column 2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4932040" y="7715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2</a:t>
            </a:r>
          </a:p>
        </p:txBody>
      </p:sp>
      <p:sp>
        <p:nvSpPr>
          <p:cNvPr id="102" name="Text Placeholder 7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53880" y="2968650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Column 1 Title</a:t>
            </a:r>
          </a:p>
        </p:txBody>
      </p:sp>
      <p:sp>
        <p:nvSpPr>
          <p:cNvPr id="103" name="Text Placeholder 7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49998" y="29686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3</a:t>
            </a:r>
          </a:p>
        </p:txBody>
      </p:sp>
      <p:sp>
        <p:nvSpPr>
          <p:cNvPr id="113" name="Text Placeholder 7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306234" y="2968650"/>
            <a:ext cx="3528392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Column 2 Title</a:t>
            </a:r>
          </a:p>
        </p:txBody>
      </p:sp>
      <p:sp>
        <p:nvSpPr>
          <p:cNvPr id="114" name="Text Placeholder 7"/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902352" y="29686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0613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08" name="Straight Connector 107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Three Column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83568" y="771550"/>
            <a:ext cx="2160240" cy="288032"/>
          </a:xfrm>
          <a:prstGeom prst="parallelogram">
            <a:avLst/>
          </a:prstGeom>
          <a:solidFill>
            <a:srgbClr val="003F72"/>
          </a:solidFill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Column 1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79686" y="7715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1</a:t>
            </a:r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 bwMode="gray">
          <a:xfrm>
            <a:off x="251520" y="1131590"/>
            <a:ext cx="2539008" cy="372616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1100" smtClean="0"/>
            </a:lvl1pPr>
            <a:lvl2pPr>
              <a:defRPr lang="en-US" sz="1100" smtClean="0"/>
            </a:lvl2pPr>
            <a:lvl3pPr>
              <a:defRPr lang="en-US" sz="1100" smtClean="0"/>
            </a:lvl3pPr>
            <a:lvl4pPr>
              <a:defRPr lang="en-US" sz="1100" smtClean="0"/>
            </a:lvl4pPr>
            <a:lvl5pPr>
              <a:defRPr lang="en-US" sz="1100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3658603" y="771550"/>
            <a:ext cx="2160240" cy="288032"/>
          </a:xfrm>
          <a:prstGeom prst="parallelogram">
            <a:avLst/>
          </a:prstGeom>
          <a:solidFill>
            <a:srgbClr val="0077BD"/>
          </a:solidFill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Column 2 Title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3254721" y="7715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2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6674979" y="771550"/>
            <a:ext cx="2160240" cy="288032"/>
          </a:xfrm>
          <a:prstGeom prst="parallelogram">
            <a:avLst/>
          </a:prstGeom>
          <a:solidFill>
            <a:schemeClr val="accent2"/>
          </a:solidFill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Column 3 Title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271097" y="771550"/>
            <a:ext cx="403882" cy="288032"/>
          </a:xfrm>
          <a:prstGeom prst="parallelogram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3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28"/>
          </p:nvPr>
        </p:nvSpPr>
        <p:spPr bwMode="gray">
          <a:xfrm>
            <a:off x="3275856" y="1131590"/>
            <a:ext cx="2539008" cy="372616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1100" smtClean="0"/>
            </a:lvl1pPr>
            <a:lvl2pPr>
              <a:defRPr lang="en-US" sz="1100" smtClean="0"/>
            </a:lvl2pPr>
            <a:lvl3pPr>
              <a:defRPr lang="en-US" sz="1100" smtClean="0"/>
            </a:lvl3pPr>
            <a:lvl4pPr>
              <a:defRPr lang="en-US" sz="1100" smtClean="0"/>
            </a:lvl4pPr>
            <a:lvl5pPr>
              <a:defRPr lang="en-US" sz="1100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29"/>
          </p:nvPr>
        </p:nvSpPr>
        <p:spPr bwMode="gray">
          <a:xfrm>
            <a:off x="6281464" y="1131590"/>
            <a:ext cx="2539008" cy="372616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1100" smtClean="0"/>
            </a:lvl1pPr>
            <a:lvl2pPr>
              <a:defRPr lang="en-US" sz="1100" smtClean="0"/>
            </a:lvl2pPr>
            <a:lvl3pPr>
              <a:defRPr lang="en-US" sz="1100" smtClean="0"/>
            </a:lvl3pPr>
            <a:lvl4pPr>
              <a:defRPr lang="en-US" sz="1100" smtClean="0"/>
            </a:lvl4pPr>
            <a:lvl5pPr>
              <a:defRPr lang="en-US" sz="1100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368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00" name="Straight Connector 99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Chart Diagram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" name="Chart Placeholder 3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249238" y="582613"/>
            <a:ext cx="8645525" cy="435292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IN"/>
              <a:t>Click icon to add a chart</a:t>
            </a:r>
          </a:p>
        </p:txBody>
      </p:sp>
    </p:spTree>
    <p:extLst>
      <p:ext uri="{BB962C8B-B14F-4D97-AF65-F5344CB8AC3E}">
        <p14:creationId xmlns:p14="http://schemas.microsoft.com/office/powerpoint/2010/main" val="749845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00" name="Straight Connector 99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Table Diagram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Table Placeholder 4"/>
          <p:cNvSpPr>
            <a:spLocks noGrp="1"/>
          </p:cNvSpPr>
          <p:nvPr>
            <p:ph type="tbl" sz="quarter" idx="10" hasCustomPrompt="1"/>
          </p:nvPr>
        </p:nvSpPr>
        <p:spPr bwMode="gray">
          <a:xfrm>
            <a:off x="249238" y="693738"/>
            <a:ext cx="8645525" cy="4137025"/>
          </a:xfr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IN"/>
              <a:t>Click icon to add a table</a:t>
            </a:r>
          </a:p>
        </p:txBody>
      </p:sp>
    </p:spTree>
    <p:extLst>
      <p:ext uri="{BB962C8B-B14F-4D97-AF65-F5344CB8AC3E}">
        <p14:creationId xmlns:p14="http://schemas.microsoft.com/office/powerpoint/2010/main" val="2882965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ar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roup 294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Tabular Data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289325" y="1342417"/>
            <a:ext cx="2016766" cy="979250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1"/>
          </p:nvPr>
        </p:nvSpPr>
        <p:spPr bwMode="gray">
          <a:xfrm>
            <a:off x="289325" y="2574588"/>
            <a:ext cx="2016766" cy="979250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2"/>
          </p:nvPr>
        </p:nvSpPr>
        <p:spPr bwMode="gray">
          <a:xfrm>
            <a:off x="289325" y="3806759"/>
            <a:ext cx="2016766" cy="979250"/>
          </a:xfrm>
          <a:prstGeom prst="homePlate">
            <a:avLst>
              <a:gd name="adj" fmla="val 25515"/>
            </a:avLst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gray">
          <a:xfrm>
            <a:off x="308781" y="648511"/>
            <a:ext cx="8526440" cy="343677"/>
          </a:xfrm>
          <a:prstGeom prst="parallelogram">
            <a:avLst/>
          </a:prstGeom>
          <a:solidFill>
            <a:srgbClr val="0077BD"/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4"/>
          </p:nvPr>
        </p:nvSpPr>
        <p:spPr bwMode="gray">
          <a:xfrm>
            <a:off x="2821631" y="1070010"/>
            <a:ext cx="2742590" cy="214042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5"/>
          </p:nvPr>
        </p:nvSpPr>
        <p:spPr bwMode="gray">
          <a:xfrm>
            <a:off x="5986362" y="1070010"/>
            <a:ext cx="2742590" cy="214042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 bwMode="gray">
          <a:xfrm>
            <a:off x="2860675" y="1381395"/>
            <a:ext cx="2657475" cy="920750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7"/>
          </p:nvPr>
        </p:nvSpPr>
        <p:spPr bwMode="gray">
          <a:xfrm>
            <a:off x="6012436" y="1381395"/>
            <a:ext cx="2657475" cy="920750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18"/>
          </p:nvPr>
        </p:nvSpPr>
        <p:spPr bwMode="gray">
          <a:xfrm>
            <a:off x="2860675" y="2607079"/>
            <a:ext cx="2657475" cy="920750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9"/>
          </p:nvPr>
        </p:nvSpPr>
        <p:spPr bwMode="gray">
          <a:xfrm>
            <a:off x="6012436" y="2607079"/>
            <a:ext cx="2657475" cy="920750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0"/>
          </p:nvPr>
        </p:nvSpPr>
        <p:spPr bwMode="gray">
          <a:xfrm>
            <a:off x="2860675" y="3839250"/>
            <a:ext cx="2657475" cy="920750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21"/>
          </p:nvPr>
        </p:nvSpPr>
        <p:spPr bwMode="gray">
          <a:xfrm>
            <a:off x="6012436" y="3839250"/>
            <a:ext cx="2657475" cy="920750"/>
          </a:xfrm>
        </p:spPr>
        <p:txBody>
          <a:bodyPr>
            <a:noAutofit/>
          </a:bodyPr>
          <a:lstStyle>
            <a:lvl1pPr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28134" y="2055779"/>
            <a:ext cx="1614791" cy="246366"/>
          </a:xfr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28134" y="3307404"/>
            <a:ext cx="1614791" cy="246366"/>
          </a:xfr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328134" y="4526604"/>
            <a:ext cx="1614791" cy="246366"/>
          </a:xfr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bg1"/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305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oi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289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291" name="Straight Connector 290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Five Points Slide 1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350302" y="1485899"/>
            <a:ext cx="1800000" cy="1800000"/>
          </a:xfrm>
          <a:prstGeom prst="pentagon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587040" y="3360421"/>
            <a:ext cx="127986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24"/>
          </p:nvPr>
        </p:nvSpPr>
        <p:spPr bwMode="gray">
          <a:xfrm>
            <a:off x="2026704" y="2186944"/>
            <a:ext cx="1799996" cy="1799995"/>
          </a:xfrm>
          <a:custGeom>
            <a:avLst/>
            <a:gdLst/>
            <a:ahLst/>
            <a:cxnLst/>
            <a:rect l="l" t="t" r="r" b="b"/>
            <a:pathLst>
              <a:path w="1799996" h="1799995">
                <a:moveTo>
                  <a:pt x="343769" y="0"/>
                </a:moveTo>
                <a:lnTo>
                  <a:pt x="1456227" y="0"/>
                </a:lnTo>
                <a:lnTo>
                  <a:pt x="1799996" y="1112458"/>
                </a:lnTo>
                <a:lnTo>
                  <a:pt x="899998" y="1799995"/>
                </a:lnTo>
                <a:lnTo>
                  <a:pt x="0" y="111245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25"/>
          </p:nvPr>
        </p:nvSpPr>
        <p:spPr bwMode="gray">
          <a:xfrm>
            <a:off x="3703102" y="1485899"/>
            <a:ext cx="1800000" cy="1800000"/>
          </a:xfrm>
          <a:prstGeom prst="pentagon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3" name="Picture Placeholder 7"/>
          <p:cNvSpPr>
            <a:spLocks noGrp="1"/>
          </p:cNvSpPr>
          <p:nvPr>
            <p:ph type="pic" sz="quarter" idx="26"/>
          </p:nvPr>
        </p:nvSpPr>
        <p:spPr bwMode="gray">
          <a:xfrm>
            <a:off x="5379504" y="2186944"/>
            <a:ext cx="1799996" cy="1799995"/>
          </a:xfrm>
          <a:custGeom>
            <a:avLst/>
            <a:gdLst/>
            <a:ahLst/>
            <a:cxnLst/>
            <a:rect l="l" t="t" r="r" b="b"/>
            <a:pathLst>
              <a:path w="1799996" h="1799995">
                <a:moveTo>
                  <a:pt x="343769" y="0"/>
                </a:moveTo>
                <a:lnTo>
                  <a:pt x="1456227" y="0"/>
                </a:lnTo>
                <a:lnTo>
                  <a:pt x="1799996" y="1112458"/>
                </a:lnTo>
                <a:lnTo>
                  <a:pt x="899998" y="1799995"/>
                </a:lnTo>
                <a:lnTo>
                  <a:pt x="0" y="111245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27"/>
          </p:nvPr>
        </p:nvSpPr>
        <p:spPr bwMode="gray">
          <a:xfrm>
            <a:off x="7055902" y="1485899"/>
            <a:ext cx="1800000" cy="1800000"/>
          </a:xfrm>
          <a:prstGeom prst="pentagon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5" name="Text Placeholder 11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2278680" y="1805941"/>
            <a:ext cx="127986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6" name="Text Placeholder 11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961461" y="3360421"/>
            <a:ext cx="127986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7" name="Text Placeholder 11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5653101" y="1805941"/>
            <a:ext cx="127986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8" name="Text Placeholder 11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7321881" y="3360421"/>
            <a:ext cx="127986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5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Point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289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291" name="Straight Connector 290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Five Points Slide 2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2235380" y="2476650"/>
            <a:ext cx="1288870" cy="1288870"/>
          </a:xfrm>
          <a:prstGeom prst="pentagon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330853" y="388620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24"/>
          </p:nvPr>
        </p:nvSpPr>
        <p:spPr bwMode="gray">
          <a:xfrm>
            <a:off x="3024051" y="1524155"/>
            <a:ext cx="1288868" cy="1288866"/>
          </a:xfrm>
          <a:custGeom>
            <a:avLst/>
            <a:gdLst/>
            <a:ahLst/>
            <a:cxnLst/>
            <a:rect l="l" t="t" r="r" b="b"/>
            <a:pathLst>
              <a:path w="1799996" h="1799995">
                <a:moveTo>
                  <a:pt x="343769" y="0"/>
                </a:moveTo>
                <a:lnTo>
                  <a:pt x="1456227" y="0"/>
                </a:lnTo>
                <a:lnTo>
                  <a:pt x="1799996" y="1112458"/>
                </a:lnTo>
                <a:lnTo>
                  <a:pt x="899998" y="1799995"/>
                </a:lnTo>
                <a:lnTo>
                  <a:pt x="0" y="111245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9"/>
          </p:nvPr>
        </p:nvSpPr>
        <p:spPr bwMode="gray">
          <a:xfrm>
            <a:off x="3812720" y="2476650"/>
            <a:ext cx="1288870" cy="1288870"/>
          </a:xfrm>
          <a:prstGeom prst="pentagon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30"/>
          </p:nvPr>
        </p:nvSpPr>
        <p:spPr bwMode="gray">
          <a:xfrm>
            <a:off x="4601391" y="1524155"/>
            <a:ext cx="1288868" cy="1288866"/>
          </a:xfrm>
          <a:custGeom>
            <a:avLst/>
            <a:gdLst/>
            <a:ahLst/>
            <a:cxnLst/>
            <a:rect l="l" t="t" r="r" b="b"/>
            <a:pathLst>
              <a:path w="1799996" h="1799995">
                <a:moveTo>
                  <a:pt x="343769" y="0"/>
                </a:moveTo>
                <a:lnTo>
                  <a:pt x="1456227" y="0"/>
                </a:lnTo>
                <a:lnTo>
                  <a:pt x="1799996" y="1112458"/>
                </a:lnTo>
                <a:lnTo>
                  <a:pt x="899998" y="1799995"/>
                </a:lnTo>
                <a:lnTo>
                  <a:pt x="0" y="111245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31"/>
          </p:nvPr>
        </p:nvSpPr>
        <p:spPr bwMode="gray">
          <a:xfrm>
            <a:off x="5390060" y="2476650"/>
            <a:ext cx="1288870" cy="1288870"/>
          </a:xfrm>
          <a:prstGeom prst="pentagon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3908193" y="388620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30" name="Text Placeholder 11"/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5485533" y="388620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41" name="Text Placeholder 11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3123333" y="109728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42" name="Text Placeholder 11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700673" y="109728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98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207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4800" y="0"/>
            <a:ext cx="8534400" cy="50536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Steps Slide</a:t>
            </a:r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 bwMode="gray">
          <a:xfrm>
            <a:off x="255440" y="1813709"/>
            <a:ext cx="3353390" cy="1546715"/>
          </a:xfrm>
          <a:prstGeom prst="homePlate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24"/>
          </p:nvPr>
        </p:nvSpPr>
        <p:spPr bwMode="gray">
          <a:xfrm>
            <a:off x="2915467" y="1813710"/>
            <a:ext cx="3353386" cy="1546710"/>
          </a:xfrm>
          <a:prstGeom prst="chevron">
            <a:avLst/>
          </a:prstGeom>
          <a:solidFill>
            <a:srgbClr val="0077BD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31"/>
          </p:nvPr>
        </p:nvSpPr>
        <p:spPr bwMode="gray">
          <a:xfrm>
            <a:off x="5575490" y="1813709"/>
            <a:ext cx="3353390" cy="1546715"/>
          </a:xfrm>
          <a:prstGeom prst="chevron">
            <a:avLst/>
          </a:prstGeom>
          <a:solidFill>
            <a:schemeClr val="bg1">
              <a:lumMod val="5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3940778" y="357378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41" name="Text Placeholder 11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043073" y="132969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42" name="Text Placeholder 11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514233" y="1329691"/>
            <a:ext cx="1096980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752346" y="2914651"/>
            <a:ext cx="1678434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3703391" y="2914651"/>
            <a:ext cx="1678434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355151" y="2914651"/>
            <a:ext cx="1678434" cy="304800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342891" indent="0">
              <a:buFont typeface="Arial" panose="020B0604020202020204" pitchFamily="34" charset="0"/>
              <a:buNone/>
              <a:defRPr sz="1000"/>
            </a:lvl2pPr>
            <a:lvl3pPr marL="685782" indent="0">
              <a:buFont typeface="Arial" panose="020B0604020202020204" pitchFamily="34" charset="0"/>
              <a:buNone/>
              <a:defRPr sz="1000"/>
            </a:lvl3pPr>
            <a:lvl4pPr marL="1028674" indent="0">
              <a:buFont typeface="Arial" panose="020B0604020202020204" pitchFamily="34" charset="0"/>
              <a:buNone/>
              <a:defRPr sz="1000"/>
            </a:lvl4pPr>
            <a:lvl5pPr marL="1371566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Add Text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08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28"/>
          <p:cNvGrpSpPr/>
          <p:nvPr userDrawn="1"/>
        </p:nvGrpSpPr>
        <p:grpSpPr bwMode="gray">
          <a:xfrm>
            <a:off x="-1" y="-12970"/>
            <a:ext cx="9137515" cy="4914900"/>
            <a:chOff x="-1" y="0"/>
            <a:chExt cx="9137515" cy="4914900"/>
          </a:xfrm>
        </p:grpSpPr>
        <p:cxnSp>
          <p:nvCxnSpPr>
            <p:cNvPr id="130" name="Straight Connector 129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476355" y="992954"/>
            <a:ext cx="2646065" cy="994172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Thank you.</a:t>
            </a:r>
            <a:endParaRPr lang="en-IN"/>
          </a:p>
        </p:txBody>
      </p: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99349" y="3484735"/>
            <a:ext cx="3643967" cy="34768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  <a:lvl2pPr marL="342891" indent="0">
              <a:buNone/>
              <a:defRPr/>
            </a:lvl2pPr>
            <a:lvl3pPr marL="685782" indent="0">
              <a:buNone/>
              <a:defRPr/>
            </a:lvl3pPr>
            <a:lvl4pPr marL="1028674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US"/>
              <a:t>Name</a:t>
            </a:r>
            <a:endParaRPr lang="en-IN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99349" y="3939689"/>
            <a:ext cx="3643967" cy="3476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342891" indent="0">
              <a:buNone/>
              <a:defRPr/>
            </a:lvl2pPr>
            <a:lvl3pPr marL="685782" indent="0">
              <a:buNone/>
              <a:defRPr/>
            </a:lvl3pPr>
            <a:lvl4pPr marL="1028674" indent="0">
              <a:buNone/>
              <a:defRPr/>
            </a:lvl4pPr>
            <a:lvl5pPr marL="1371566" indent="0">
              <a:buNone/>
              <a:defRPr/>
            </a:lvl5pPr>
          </a:lstStyle>
          <a:p>
            <a:pPr lvl="0"/>
            <a:r>
              <a:rPr lang="en-US"/>
              <a:t>Designation </a:t>
            </a:r>
            <a:endParaRPr lang="en-IN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4317589" y="2638"/>
            <a:ext cx="4826410" cy="4914952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79513" y="-1"/>
            <a:ext cx="4764488" cy="4917591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46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400" i="1" dirty="0"/>
            </a:lvl1pPr>
          </a:lstStyle>
          <a:p>
            <a:r>
              <a:rPr lang="en-IN"/>
              <a:t>Click icon to add image</a:t>
            </a:r>
          </a:p>
        </p:txBody>
      </p:sp>
      <p:grpSp>
        <p:nvGrpSpPr>
          <p:cNvPr id="25" name="Group 24"/>
          <p:cNvGrpSpPr/>
          <p:nvPr userDrawn="1"/>
        </p:nvGrpSpPr>
        <p:grpSpPr bwMode="gray">
          <a:xfrm>
            <a:off x="787275" y="755329"/>
            <a:ext cx="799280" cy="844787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 bwMode="gray">
          <a:xfrm>
            <a:off x="4059220" y="1649549"/>
            <a:ext cx="747544" cy="809246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685062"/>
              <a:endParaRPr lang="en-IN" sz="1348">
                <a:solidFill>
                  <a:prstClr val="black"/>
                </a:solidFill>
              </a:endParaRPr>
            </a:p>
          </p:txBody>
        </p:sp>
      </p:grpSp>
      <p:sp>
        <p:nvSpPr>
          <p:cNvPr id="112" name="Freeform 17"/>
          <p:cNvSpPr>
            <a:spLocks/>
          </p:cNvSpPr>
          <p:nvPr userDrawn="1"/>
        </p:nvSpPr>
        <p:spPr bwMode="gray">
          <a:xfrm>
            <a:off x="0" y="2647838"/>
            <a:ext cx="2407675" cy="575724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13" name="Group 5"/>
          <p:cNvGrpSpPr>
            <a:grpSpLocks noChangeAspect="1"/>
          </p:cNvGrpSpPr>
          <p:nvPr userDrawn="1"/>
        </p:nvGrpSpPr>
        <p:grpSpPr bwMode="gray">
          <a:xfrm>
            <a:off x="299349" y="2798386"/>
            <a:ext cx="1680364" cy="252286"/>
            <a:chOff x="119" y="2341"/>
            <a:chExt cx="1805" cy="271"/>
          </a:xfrm>
        </p:grpSpPr>
        <p:sp>
          <p:nvSpPr>
            <p:cNvPr id="114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5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005381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 Ch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304800" y="1"/>
            <a:ext cx="8534400" cy="505365"/>
          </a:xfrm>
        </p:spPr>
        <p:txBody>
          <a:bodyPr anchor="b">
            <a:normAutofit/>
          </a:bodyPr>
          <a:lstStyle>
            <a:lvl1pPr>
              <a:defRPr sz="2397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Organization Chart </a:t>
            </a:r>
          </a:p>
        </p:txBody>
      </p:sp>
      <p:grpSp>
        <p:nvGrpSpPr>
          <p:cNvPr id="4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</p:grpSp>
      <p:sp>
        <p:nvSpPr>
          <p:cNvPr id="103" name="Picture Placeholder 102"/>
          <p:cNvSpPr>
            <a:spLocks noGrp="1"/>
          </p:cNvSpPr>
          <p:nvPr>
            <p:ph type="pic" sz="quarter" idx="10"/>
          </p:nvPr>
        </p:nvSpPr>
        <p:spPr bwMode="gray">
          <a:xfrm>
            <a:off x="373381" y="2697479"/>
            <a:ext cx="853439" cy="715963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0" name="Text Placeholder 199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52401" y="348265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="1" baseline="0"/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02" name="Text Placeholder 199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52401" y="377983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109" name="Picture Placeholder 102"/>
          <p:cNvSpPr>
            <a:spLocks noGrp="1"/>
          </p:cNvSpPr>
          <p:nvPr>
            <p:ph type="pic" sz="quarter" idx="18"/>
          </p:nvPr>
        </p:nvSpPr>
        <p:spPr bwMode="gray">
          <a:xfrm>
            <a:off x="1891285" y="2697479"/>
            <a:ext cx="853439" cy="715963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10" name="Text Placeholder 199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670305" y="348265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="1" baseline="0"/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111" name="Text Placeholder 199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670305" y="377983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201" name="Picture Placeholder 102"/>
          <p:cNvSpPr>
            <a:spLocks noGrp="1"/>
          </p:cNvSpPr>
          <p:nvPr>
            <p:ph type="pic" sz="quarter" idx="21"/>
          </p:nvPr>
        </p:nvSpPr>
        <p:spPr bwMode="gray">
          <a:xfrm>
            <a:off x="3409189" y="2697479"/>
            <a:ext cx="853439" cy="715963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7" name="Text Placeholder 199"/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3188209" y="348265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="1" baseline="0"/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08" name="Text Placeholder 199"/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3188209" y="377983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209" name="Picture Placeholder 102"/>
          <p:cNvSpPr>
            <a:spLocks noGrp="1"/>
          </p:cNvSpPr>
          <p:nvPr>
            <p:ph type="pic" sz="quarter" idx="24"/>
          </p:nvPr>
        </p:nvSpPr>
        <p:spPr bwMode="gray">
          <a:xfrm>
            <a:off x="4927093" y="2697479"/>
            <a:ext cx="853439" cy="715963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0" name="Text Placeholder 199"/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4706113" y="348265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="1" baseline="0"/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11" name="Text Placeholder 199"/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4706113" y="377983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212" name="Picture Placeholder 102"/>
          <p:cNvSpPr>
            <a:spLocks noGrp="1"/>
          </p:cNvSpPr>
          <p:nvPr>
            <p:ph type="pic" sz="quarter" idx="27"/>
          </p:nvPr>
        </p:nvSpPr>
        <p:spPr bwMode="gray">
          <a:xfrm>
            <a:off x="6444997" y="2697479"/>
            <a:ext cx="853439" cy="715963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3" name="Text Placeholder 199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224017" y="348265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="1" baseline="0"/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14" name="Text Placeholder 199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224017" y="377983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215" name="Picture Placeholder 102"/>
          <p:cNvSpPr>
            <a:spLocks noGrp="1"/>
          </p:cNvSpPr>
          <p:nvPr>
            <p:ph type="pic" sz="quarter" idx="30"/>
          </p:nvPr>
        </p:nvSpPr>
        <p:spPr bwMode="gray">
          <a:xfrm>
            <a:off x="7962901" y="2697479"/>
            <a:ext cx="853439" cy="715963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6" name="Text Placeholder 199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7741921" y="348265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="1" baseline="0"/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17" name="Text Placeholder 199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7741921" y="377983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218" name="Picture Placeholder 102"/>
          <p:cNvSpPr>
            <a:spLocks noGrp="1"/>
          </p:cNvSpPr>
          <p:nvPr>
            <p:ph type="pic" sz="quarter" idx="33"/>
          </p:nvPr>
        </p:nvSpPr>
        <p:spPr bwMode="gray">
          <a:xfrm>
            <a:off x="4247389" y="739139"/>
            <a:ext cx="853439" cy="715963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9" name="Text Placeholder 199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4026409" y="152431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="1" baseline="0"/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20" name="Text Placeholder 199"/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4026409" y="182149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cxnSp>
        <p:nvCxnSpPr>
          <p:cNvPr id="222" name="Elbow Connector 221"/>
          <p:cNvCxnSpPr>
            <a:stCxn id="220" idx="2"/>
            <a:endCxn id="103" idx="0"/>
          </p:cNvCxnSpPr>
          <p:nvPr userDrawn="1"/>
        </p:nvCxnSpPr>
        <p:spPr bwMode="gray">
          <a:xfrm rot="5400000">
            <a:off x="2401826" y="448056"/>
            <a:ext cx="647698" cy="38511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Elbow Connector 223"/>
          <p:cNvCxnSpPr>
            <a:stCxn id="220" idx="2"/>
            <a:endCxn id="215" idx="1"/>
          </p:cNvCxnSpPr>
          <p:nvPr userDrawn="1"/>
        </p:nvCxnSpPr>
        <p:spPr bwMode="gray">
          <a:xfrm rot="16200000" flipH="1">
            <a:off x="6225748" y="475281"/>
            <a:ext cx="647698" cy="37966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Elbow Connector 225"/>
          <p:cNvCxnSpPr>
            <a:stCxn id="220" idx="2"/>
            <a:endCxn id="109" idx="1"/>
          </p:cNvCxnSpPr>
          <p:nvPr userDrawn="1"/>
        </p:nvCxnSpPr>
        <p:spPr bwMode="gray">
          <a:xfrm rot="5400000">
            <a:off x="3189941" y="1236171"/>
            <a:ext cx="647698" cy="227491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Elbow Connector 227"/>
          <p:cNvCxnSpPr>
            <a:stCxn id="220" idx="2"/>
            <a:endCxn id="212" idx="1"/>
          </p:cNvCxnSpPr>
          <p:nvPr userDrawn="1"/>
        </p:nvCxnSpPr>
        <p:spPr bwMode="gray">
          <a:xfrm rot="16200000" flipH="1">
            <a:off x="5466796" y="1234233"/>
            <a:ext cx="647698" cy="22787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Elbow Connector 229"/>
          <p:cNvCxnSpPr>
            <a:stCxn id="220" idx="2"/>
            <a:endCxn id="201" idx="1"/>
          </p:cNvCxnSpPr>
          <p:nvPr userDrawn="1"/>
        </p:nvCxnSpPr>
        <p:spPr bwMode="gray">
          <a:xfrm rot="5400000">
            <a:off x="3948893" y="1995123"/>
            <a:ext cx="647698" cy="75701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Elbow Connector 231"/>
          <p:cNvCxnSpPr>
            <a:stCxn id="220" idx="2"/>
            <a:endCxn id="209" idx="1"/>
          </p:cNvCxnSpPr>
          <p:nvPr userDrawn="1"/>
        </p:nvCxnSpPr>
        <p:spPr bwMode="gray">
          <a:xfrm rot="16200000" flipH="1">
            <a:off x="4707844" y="1993185"/>
            <a:ext cx="647698" cy="76088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42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&amp;T Technology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08"/>
          <p:cNvGrpSpPr/>
          <p:nvPr userDrawn="1"/>
        </p:nvGrpSpPr>
        <p:grpSpPr bwMode="gray">
          <a:xfrm>
            <a:off x="-1" y="596901"/>
            <a:ext cx="9137515" cy="4375150"/>
            <a:chOff x="-1" y="596901"/>
            <a:chExt cx="9137515" cy="4375150"/>
          </a:xfrm>
        </p:grpSpPr>
        <p:cxnSp>
          <p:nvCxnSpPr>
            <p:cNvPr id="110" name="Straight Connector 109"/>
            <p:cNvCxnSpPr/>
            <p:nvPr userDrawn="1"/>
          </p:nvCxnSpPr>
          <p:spPr bwMode="gray">
            <a:xfrm rot="5400000">
              <a:off x="4568757" y="-397185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 rot="5400000">
              <a:off x="4568757" y="-382122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rot="5400000">
              <a:off x="4568757" y="-367059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rot="5400000">
              <a:off x="4568757" y="-351995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rot="5400000">
              <a:off x="4568757" y="-336932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rot="5400000">
              <a:off x="4568757" y="-321869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rot="5400000">
              <a:off x="4568757" y="-306805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rot="5400000">
              <a:off x="4568757" y="-291742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rot="5400000">
              <a:off x="4568757" y="-276679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rot="5400000">
              <a:off x="4568757" y="-261616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rot="5400000">
              <a:off x="4568757" y="-246552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rot="5400000">
              <a:off x="4568757" y="-231489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rot="5400000">
              <a:off x="4568757" y="-216426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rot="5400000">
              <a:off x="4568757" y="-201362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rot="5400000">
              <a:off x="4568757" y="-186299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rot="5400000">
              <a:off x="4568757" y="-171236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rot="5400000">
              <a:off x="4568757" y="-156172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rot="5400000">
              <a:off x="4568757" y="-1411096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rot="5400000">
              <a:off x="4568757" y="-126046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 userDrawn="1"/>
          </p:nvCxnSpPr>
          <p:spPr bwMode="gray">
            <a:xfrm rot="5400000">
              <a:off x="4568757" y="-1109830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 userDrawn="1"/>
          </p:nvCxnSpPr>
          <p:spPr bwMode="gray">
            <a:xfrm rot="5400000">
              <a:off x="4568757" y="-95919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 userDrawn="1"/>
          </p:nvCxnSpPr>
          <p:spPr bwMode="gray">
            <a:xfrm rot="5400000">
              <a:off x="4568757" y="-80856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 userDrawn="1"/>
          </p:nvCxnSpPr>
          <p:spPr bwMode="gray">
            <a:xfrm rot="5400000">
              <a:off x="4568757" y="-657931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 userDrawn="1"/>
          </p:nvCxnSpPr>
          <p:spPr bwMode="gray">
            <a:xfrm rot="5400000">
              <a:off x="4568757" y="-507298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 userDrawn="1"/>
          </p:nvCxnSpPr>
          <p:spPr bwMode="gray">
            <a:xfrm rot="5400000">
              <a:off x="4568757" y="-356665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 userDrawn="1"/>
          </p:nvCxnSpPr>
          <p:spPr bwMode="gray">
            <a:xfrm rot="5400000">
              <a:off x="4568757" y="-206032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 userDrawn="1"/>
          </p:nvCxnSpPr>
          <p:spPr bwMode="gray">
            <a:xfrm rot="5400000">
              <a:off x="4568757" y="-55399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 userDrawn="1"/>
          </p:nvCxnSpPr>
          <p:spPr bwMode="gray">
            <a:xfrm rot="5400000">
              <a:off x="4568757" y="95234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 userDrawn="1"/>
          </p:nvCxnSpPr>
          <p:spPr bwMode="gray">
            <a:xfrm rot="5400000">
              <a:off x="4568757" y="245867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 userDrawn="1"/>
          </p:nvCxnSpPr>
          <p:spPr bwMode="gray">
            <a:xfrm rot="5400000">
              <a:off x="4568757" y="396913"/>
              <a:ext cx="0" cy="9137515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 userDrawn="1"/>
          </p:nvCxnSpPr>
          <p:spPr bwMode="gray">
            <a:xfrm>
              <a:off x="14257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 userDrawn="1"/>
          </p:nvCxnSpPr>
          <p:spPr bwMode="gray">
            <a:xfrm>
              <a:off x="29530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 userDrawn="1"/>
          </p:nvCxnSpPr>
          <p:spPr bwMode="gray">
            <a:xfrm>
              <a:off x="44802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 userDrawn="1"/>
          </p:nvCxnSpPr>
          <p:spPr bwMode="gray">
            <a:xfrm>
              <a:off x="60075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 userDrawn="1"/>
          </p:nvCxnSpPr>
          <p:spPr bwMode="gray">
            <a:xfrm>
              <a:off x="7534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 userDrawn="1"/>
          </p:nvCxnSpPr>
          <p:spPr bwMode="gray">
            <a:xfrm>
              <a:off x="90621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 userDrawn="1"/>
          </p:nvCxnSpPr>
          <p:spPr bwMode="gray">
            <a:xfrm>
              <a:off x="105894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 userDrawn="1"/>
          </p:nvCxnSpPr>
          <p:spPr bwMode="gray">
            <a:xfrm>
              <a:off x="12116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 userDrawn="1"/>
          </p:nvCxnSpPr>
          <p:spPr bwMode="gray">
            <a:xfrm>
              <a:off x="136440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 userDrawn="1"/>
          </p:nvCxnSpPr>
          <p:spPr bwMode="gray">
            <a:xfrm>
              <a:off x="15171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 userDrawn="1"/>
          </p:nvCxnSpPr>
          <p:spPr bwMode="gray">
            <a:xfrm>
              <a:off x="166986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 userDrawn="1"/>
          </p:nvCxnSpPr>
          <p:spPr bwMode="gray">
            <a:xfrm>
              <a:off x="182259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 userDrawn="1"/>
          </p:nvCxnSpPr>
          <p:spPr bwMode="gray">
            <a:xfrm>
              <a:off x="19753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 userDrawn="1"/>
          </p:nvCxnSpPr>
          <p:spPr bwMode="gray">
            <a:xfrm>
              <a:off x="212805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 userDrawn="1"/>
          </p:nvCxnSpPr>
          <p:spPr bwMode="gray">
            <a:xfrm>
              <a:off x="22807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 userDrawn="1"/>
          </p:nvCxnSpPr>
          <p:spPr bwMode="gray">
            <a:xfrm>
              <a:off x="243351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 userDrawn="1"/>
          </p:nvCxnSpPr>
          <p:spPr bwMode="gray">
            <a:xfrm>
              <a:off x="258624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/>
            <p:cNvCxnSpPr/>
            <p:nvPr userDrawn="1"/>
          </p:nvCxnSpPr>
          <p:spPr bwMode="gray">
            <a:xfrm>
              <a:off x="27389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 userDrawn="1"/>
          </p:nvCxnSpPr>
          <p:spPr bwMode="gray">
            <a:xfrm>
              <a:off x="289170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 userDrawn="1"/>
          </p:nvCxnSpPr>
          <p:spPr bwMode="gray">
            <a:xfrm>
              <a:off x="30444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 userDrawn="1"/>
          </p:nvCxnSpPr>
          <p:spPr bwMode="gray">
            <a:xfrm>
              <a:off x="319716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 userDrawn="1"/>
          </p:nvCxnSpPr>
          <p:spPr bwMode="gray">
            <a:xfrm>
              <a:off x="334989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 userDrawn="1"/>
          </p:nvCxnSpPr>
          <p:spPr bwMode="gray">
            <a:xfrm>
              <a:off x="35026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 userDrawn="1"/>
          </p:nvCxnSpPr>
          <p:spPr bwMode="gray">
            <a:xfrm>
              <a:off x="365535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/>
            <p:cNvCxnSpPr/>
            <p:nvPr userDrawn="1"/>
          </p:nvCxnSpPr>
          <p:spPr bwMode="gray">
            <a:xfrm>
              <a:off x="38080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 userDrawn="1"/>
          </p:nvCxnSpPr>
          <p:spPr bwMode="gray">
            <a:xfrm>
              <a:off x="396081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 userDrawn="1"/>
          </p:nvCxnSpPr>
          <p:spPr bwMode="gray">
            <a:xfrm>
              <a:off x="411354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 userDrawn="1"/>
          </p:nvCxnSpPr>
          <p:spPr bwMode="gray">
            <a:xfrm>
              <a:off x="42662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 userDrawn="1"/>
          </p:nvCxnSpPr>
          <p:spPr bwMode="gray">
            <a:xfrm>
              <a:off x="441899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 userDrawn="1"/>
          </p:nvCxnSpPr>
          <p:spPr bwMode="gray">
            <a:xfrm>
              <a:off x="45717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/>
            <p:cNvCxnSpPr/>
            <p:nvPr userDrawn="1"/>
          </p:nvCxnSpPr>
          <p:spPr bwMode="gray">
            <a:xfrm>
              <a:off x="472445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 userDrawn="1"/>
          </p:nvCxnSpPr>
          <p:spPr bwMode="gray">
            <a:xfrm>
              <a:off x="487718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 userDrawn="1"/>
          </p:nvCxnSpPr>
          <p:spPr bwMode="gray">
            <a:xfrm>
              <a:off x="502991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/>
            <p:nvPr userDrawn="1"/>
          </p:nvCxnSpPr>
          <p:spPr bwMode="gray">
            <a:xfrm>
              <a:off x="518264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/>
            <p:cNvCxnSpPr/>
            <p:nvPr userDrawn="1"/>
          </p:nvCxnSpPr>
          <p:spPr bwMode="gray">
            <a:xfrm>
              <a:off x="533537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/>
            <p:cNvCxnSpPr/>
            <p:nvPr userDrawn="1"/>
          </p:nvCxnSpPr>
          <p:spPr bwMode="gray">
            <a:xfrm>
              <a:off x="548810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/>
            <p:cNvCxnSpPr/>
            <p:nvPr userDrawn="1"/>
          </p:nvCxnSpPr>
          <p:spPr bwMode="gray">
            <a:xfrm>
              <a:off x="5640836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/>
            <p:cNvCxnSpPr/>
            <p:nvPr userDrawn="1"/>
          </p:nvCxnSpPr>
          <p:spPr bwMode="gray">
            <a:xfrm>
              <a:off x="579356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/>
            <p:cNvCxnSpPr/>
            <p:nvPr userDrawn="1"/>
          </p:nvCxnSpPr>
          <p:spPr bwMode="gray">
            <a:xfrm>
              <a:off x="594629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 userDrawn="1"/>
          </p:nvCxnSpPr>
          <p:spPr bwMode="gray">
            <a:xfrm>
              <a:off x="6099025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/>
            <p:nvPr userDrawn="1"/>
          </p:nvCxnSpPr>
          <p:spPr bwMode="gray">
            <a:xfrm>
              <a:off x="625175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 userDrawn="1"/>
          </p:nvCxnSpPr>
          <p:spPr bwMode="gray">
            <a:xfrm>
              <a:off x="6404484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/>
            <p:nvPr userDrawn="1"/>
          </p:nvCxnSpPr>
          <p:spPr bwMode="gray">
            <a:xfrm>
              <a:off x="655721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 userDrawn="1"/>
          </p:nvCxnSpPr>
          <p:spPr bwMode="gray">
            <a:xfrm>
              <a:off x="670994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 userDrawn="1"/>
          </p:nvCxnSpPr>
          <p:spPr bwMode="gray">
            <a:xfrm>
              <a:off x="686267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 userDrawn="1"/>
          </p:nvCxnSpPr>
          <p:spPr bwMode="gray">
            <a:xfrm>
              <a:off x="701540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/>
            <p:nvPr userDrawn="1"/>
          </p:nvCxnSpPr>
          <p:spPr bwMode="gray">
            <a:xfrm>
              <a:off x="7168132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/>
            <p:nvPr userDrawn="1"/>
          </p:nvCxnSpPr>
          <p:spPr bwMode="gray">
            <a:xfrm>
              <a:off x="732086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/>
            <p:nvPr userDrawn="1"/>
          </p:nvCxnSpPr>
          <p:spPr bwMode="gray">
            <a:xfrm>
              <a:off x="747359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/>
            <p:nvPr userDrawn="1"/>
          </p:nvCxnSpPr>
          <p:spPr bwMode="gray">
            <a:xfrm>
              <a:off x="7626321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 userDrawn="1"/>
          </p:nvCxnSpPr>
          <p:spPr bwMode="gray">
            <a:xfrm>
              <a:off x="777905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/>
            <p:nvPr userDrawn="1"/>
          </p:nvCxnSpPr>
          <p:spPr bwMode="gray">
            <a:xfrm>
              <a:off x="7931780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/>
            <p:nvPr userDrawn="1"/>
          </p:nvCxnSpPr>
          <p:spPr bwMode="gray">
            <a:xfrm>
              <a:off x="808450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 userDrawn="1"/>
          </p:nvCxnSpPr>
          <p:spPr bwMode="gray">
            <a:xfrm>
              <a:off x="823723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/>
            <p:cNvCxnSpPr/>
            <p:nvPr userDrawn="1"/>
          </p:nvCxnSpPr>
          <p:spPr bwMode="gray">
            <a:xfrm>
              <a:off x="8389969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 userDrawn="1"/>
          </p:nvCxnSpPr>
          <p:spPr bwMode="gray">
            <a:xfrm>
              <a:off x="854269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 userDrawn="1"/>
          </p:nvCxnSpPr>
          <p:spPr bwMode="gray">
            <a:xfrm>
              <a:off x="8695428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 userDrawn="1"/>
          </p:nvCxnSpPr>
          <p:spPr bwMode="gray">
            <a:xfrm>
              <a:off x="8848157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/>
            <p:cNvCxnSpPr/>
            <p:nvPr userDrawn="1"/>
          </p:nvCxnSpPr>
          <p:spPr bwMode="gray">
            <a:xfrm>
              <a:off x="9000883" y="603115"/>
              <a:ext cx="0" cy="436893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3" name="Picture Placeholder 102"/>
          <p:cNvSpPr>
            <a:spLocks noGrp="1"/>
          </p:cNvSpPr>
          <p:nvPr>
            <p:ph type="pic" sz="quarter" idx="24"/>
          </p:nvPr>
        </p:nvSpPr>
        <p:spPr bwMode="gray">
          <a:xfrm>
            <a:off x="1638301" y="2385060"/>
            <a:ext cx="731519" cy="289242"/>
          </a:xfrm>
          <a:prstGeom prst="parallelogram">
            <a:avLst>
              <a:gd name="adj" fmla="val 50161"/>
            </a:avLst>
          </a:prstGeom>
          <a:solidFill>
            <a:srgbClr val="0077BD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304800" y="1"/>
            <a:ext cx="8534400" cy="505365"/>
          </a:xfrm>
        </p:spPr>
        <p:txBody>
          <a:bodyPr anchor="b">
            <a:normAutofit/>
          </a:bodyPr>
          <a:lstStyle>
            <a:lvl1pPr>
              <a:defRPr sz="2397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L&amp;T Technology Team</a:t>
            </a:r>
          </a:p>
        </p:txBody>
      </p:sp>
      <p:grpSp>
        <p:nvGrpSpPr>
          <p:cNvPr id="4" name="Group 1"/>
          <p:cNvGrpSpPr/>
          <p:nvPr userDrawn="1"/>
        </p:nvGrpSpPr>
        <p:grpSpPr bwMode="gray"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</p:grpSp>
      <p:sp>
        <p:nvSpPr>
          <p:cNvPr id="103" name="Picture Placeholder 102"/>
          <p:cNvSpPr>
            <a:spLocks noGrp="1"/>
          </p:cNvSpPr>
          <p:nvPr>
            <p:ph type="pic" sz="quarter" idx="10"/>
          </p:nvPr>
        </p:nvSpPr>
        <p:spPr bwMode="gray">
          <a:xfrm>
            <a:off x="1493521" y="1813561"/>
            <a:ext cx="853439" cy="860742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0" name="Text Placeholder 199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272541" y="2796859"/>
            <a:ext cx="1249680" cy="228282"/>
          </a:xfrm>
          <a:solidFill>
            <a:srgbClr val="0077BD"/>
          </a:solidFill>
        </p:spPr>
        <p:txBody>
          <a:bodyPr anchor="ctr">
            <a:noAutofit/>
          </a:bodyPr>
          <a:lstStyle>
            <a:lvl1pPr algn="ctr">
              <a:buFont typeface="Arial" pitchFamily="34" charset="0"/>
              <a:buNone/>
              <a:defRPr sz="105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02" name="Text Placeholder 199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272541" y="316261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206" name="Picture Placeholder 102"/>
          <p:cNvSpPr>
            <a:spLocks noGrp="1"/>
          </p:cNvSpPr>
          <p:nvPr>
            <p:ph type="pic" sz="quarter" idx="25"/>
          </p:nvPr>
        </p:nvSpPr>
        <p:spPr bwMode="gray">
          <a:xfrm>
            <a:off x="4274821" y="2385060"/>
            <a:ext cx="731519" cy="289242"/>
          </a:xfrm>
          <a:prstGeom prst="parallelogram">
            <a:avLst>
              <a:gd name="adj" fmla="val 50161"/>
            </a:avLst>
          </a:prstGeom>
          <a:solidFill>
            <a:srgbClr val="0077BD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1" name="Picture Placeholder 102"/>
          <p:cNvSpPr>
            <a:spLocks noGrp="1"/>
          </p:cNvSpPr>
          <p:nvPr>
            <p:ph type="pic" sz="quarter" idx="26"/>
          </p:nvPr>
        </p:nvSpPr>
        <p:spPr bwMode="gray">
          <a:xfrm>
            <a:off x="4130041" y="1813561"/>
            <a:ext cx="853439" cy="860742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3" name="Text Placeholder 199"/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3909061" y="2796859"/>
            <a:ext cx="1249680" cy="228282"/>
          </a:xfrm>
          <a:solidFill>
            <a:srgbClr val="0077BD"/>
          </a:solidFill>
        </p:spPr>
        <p:txBody>
          <a:bodyPr anchor="ctr">
            <a:noAutofit/>
          </a:bodyPr>
          <a:lstStyle>
            <a:lvl1pPr algn="ctr">
              <a:buFont typeface="Arial" pitchFamily="34" charset="0"/>
              <a:buNone/>
              <a:defRPr sz="105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25" name="Text Placeholder 199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909061" y="316261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  <p:sp>
        <p:nvSpPr>
          <p:cNvPr id="227" name="Picture Placeholder 102"/>
          <p:cNvSpPr>
            <a:spLocks noGrp="1"/>
          </p:cNvSpPr>
          <p:nvPr>
            <p:ph type="pic" sz="quarter" idx="29"/>
          </p:nvPr>
        </p:nvSpPr>
        <p:spPr bwMode="gray">
          <a:xfrm>
            <a:off x="7056121" y="2385060"/>
            <a:ext cx="731519" cy="289242"/>
          </a:xfrm>
          <a:prstGeom prst="parallelogram">
            <a:avLst>
              <a:gd name="adj" fmla="val 50161"/>
            </a:avLst>
          </a:prstGeom>
          <a:solidFill>
            <a:srgbClr val="0077BD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9" name="Picture Placeholder 102"/>
          <p:cNvSpPr>
            <a:spLocks noGrp="1"/>
          </p:cNvSpPr>
          <p:nvPr>
            <p:ph type="pic" sz="quarter" idx="30"/>
          </p:nvPr>
        </p:nvSpPr>
        <p:spPr bwMode="gray">
          <a:xfrm>
            <a:off x="6911341" y="1813561"/>
            <a:ext cx="853439" cy="860742"/>
          </a:xfrm>
          <a:prstGeom prst="parallelogram">
            <a:avLst>
              <a:gd name="adj" fmla="val 16293"/>
            </a:avLst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900" i="1"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31" name="Text Placeholder 199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6690361" y="2796859"/>
            <a:ext cx="1249680" cy="228282"/>
          </a:xfrm>
          <a:solidFill>
            <a:srgbClr val="0077BD"/>
          </a:solidFill>
        </p:spPr>
        <p:txBody>
          <a:bodyPr anchor="ctr">
            <a:noAutofit/>
          </a:bodyPr>
          <a:lstStyle>
            <a:lvl1pPr algn="ctr">
              <a:buFont typeface="Arial" pitchFamily="34" charset="0"/>
              <a:buNone/>
              <a:defRPr sz="105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Add Name</a:t>
            </a:r>
          </a:p>
        </p:txBody>
      </p:sp>
      <p:sp>
        <p:nvSpPr>
          <p:cNvPr id="233" name="Text Placeholder 199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6690361" y="3162619"/>
            <a:ext cx="1249680" cy="228282"/>
          </a:xfrm>
        </p:spPr>
        <p:txBody>
          <a:bodyPr anchor="ctr">
            <a:normAutofit/>
          </a:bodyPr>
          <a:lstStyle>
            <a:lvl1pPr algn="ctr">
              <a:buFont typeface="Arial" pitchFamily="34" charset="0"/>
              <a:buNone/>
              <a:defRPr sz="1000" baseline="0"/>
            </a:lvl1pPr>
          </a:lstStyle>
          <a:p>
            <a:pPr lvl="0"/>
            <a:r>
              <a:rPr lang="en-IN"/>
              <a:t>Add Designation</a:t>
            </a:r>
          </a:p>
        </p:txBody>
      </p:sp>
    </p:spTree>
    <p:extLst>
      <p:ext uri="{BB962C8B-B14F-4D97-AF65-F5344CB8AC3E}">
        <p14:creationId xmlns:p14="http://schemas.microsoft.com/office/powerpoint/2010/main" val="114842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2968706" y="4936035"/>
            <a:ext cx="3229087" cy="207747"/>
          </a:xfrm>
          <a:prstGeom prst="rect">
            <a:avLst/>
          </a:prstGeom>
          <a:noFill/>
        </p:spPr>
        <p:txBody>
          <a:bodyPr wrap="none" lIns="68579" tIns="34289" rIns="68579" bIns="34289" rtlCol="0">
            <a:spAutoFit/>
          </a:bodyPr>
          <a:lstStyle/>
          <a:p>
            <a:pPr algn="ctr" defTabSz="914354">
              <a:defRPr/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578121" y="4936034"/>
            <a:ext cx="460947" cy="207749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algn="r" defTabSz="685783"/>
            <a:fld id="{D1AD548E-8EA6-684F-9B89-4E9F5DC57BB8}" type="slidenum">
              <a: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pPr algn="r" defTabSz="685783"/>
              <a:t>‹#›</a:t>
            </a:fld>
            <a:endParaRPr lang="en-US" sz="900">
              <a:solidFill>
                <a:schemeClr val="tx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249998" y="475257"/>
            <a:ext cx="8644004" cy="108070"/>
            <a:chOff x="249998" y="488319"/>
            <a:chExt cx="8644004" cy="108070"/>
          </a:xfrm>
        </p:grpSpPr>
        <p:sp>
          <p:nvSpPr>
            <p:cNvPr id="14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04800" y="129539"/>
            <a:ext cx="8382000" cy="3457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457200" y="861060"/>
            <a:ext cx="8229600" cy="3733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7"/>
              </a:buBlip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1F1A1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171446" marR="0" lvl="1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7"/>
              </a:buBlip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1F1A1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71446" marR="0" lvl="2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7"/>
              </a:buBlip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1F1A1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71446" marR="0" lvl="3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7"/>
              </a:buBlip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1F1A1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171446" marR="0" lvl="4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Blip>
                <a:blip r:embed="rId27"/>
              </a:buBlip>
              <a:tabLst/>
              <a:defRPr/>
            </a:pPr>
            <a:r>
              <a:rPr kumimoji="0" lang="en-US" sz="2100" b="0" i="0" u="none" strike="noStrike" kern="1200" cap="none" spc="0" normalizeH="0" baseline="0" noProof="0">
                <a:ln>
                  <a:noFill/>
                </a:ln>
                <a:solidFill>
                  <a:srgbClr val="1F1A1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F1A17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519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3" r:id="rId2"/>
    <p:sldLayoutId id="2147483726" r:id="rId3"/>
    <p:sldLayoutId id="2147483713" r:id="rId4"/>
    <p:sldLayoutId id="2147483714" r:id="rId5"/>
    <p:sldLayoutId id="2147483702" r:id="rId6"/>
    <p:sldLayoutId id="2147483727" r:id="rId7"/>
    <p:sldLayoutId id="2147483700" r:id="rId8"/>
    <p:sldLayoutId id="2147483704" r:id="rId9"/>
    <p:sldLayoutId id="2147483705" r:id="rId10"/>
    <p:sldLayoutId id="2147483715" r:id="rId11"/>
    <p:sldLayoutId id="2147483706" r:id="rId12"/>
    <p:sldLayoutId id="2147483707" r:id="rId13"/>
    <p:sldLayoutId id="2147483708" r:id="rId14"/>
    <p:sldLayoutId id="2147483709" r:id="rId15"/>
    <p:sldLayoutId id="2147483712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10" r:id="rId23"/>
    <p:sldLayoutId id="2147483724" r:id="rId24"/>
    <p:sldLayoutId id="2147483725" r:id="rId25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400" b="0" kern="120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171446" marR="0" indent="-171446" algn="l" defTabSz="685783" rtl="0" eaLnBrk="1" fontAlgn="auto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Tx/>
        <a:buFontTx/>
        <a:buBlip>
          <a:blip r:embed="rId27"/>
        </a:buBlip>
        <a:tabLst>
          <a:tab pos="180975" algn="l"/>
        </a:tabLst>
        <a:defRPr lang="en-US" sz="21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37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Tx/>
        <a:buBlip>
          <a:blip r:embed="rId27"/>
        </a:buBlip>
        <a:tabLst>
          <a:tab pos="180975" algn="l"/>
        </a:tabLst>
        <a:defRPr lang="en-US" sz="18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Tx/>
        <a:buBlip>
          <a:blip r:embed="rId27"/>
        </a:buBlip>
        <a:tabLst>
          <a:tab pos="180975" algn="l"/>
        </a:tabLst>
        <a:defRPr lang="en-US" sz="15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20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Tx/>
        <a:buBlip>
          <a:blip r:embed="rId27"/>
        </a:buBlip>
        <a:tabLst>
          <a:tab pos="180975" algn="l"/>
        </a:tabLst>
        <a:defRPr lang="en-US" sz="1400" kern="120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12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Tx/>
        <a:buBlip>
          <a:blip r:embed="rId27"/>
        </a:buBlip>
        <a:tabLst>
          <a:tab pos="180975" algn="l"/>
        </a:tabLst>
        <a:defRPr lang="en-US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0084" y="517161"/>
            <a:ext cx="5333319" cy="1843790"/>
          </a:xfrm>
        </p:spPr>
        <p:txBody>
          <a:bodyPr/>
          <a:lstStyle/>
          <a:p>
            <a:pPr algn="l"/>
            <a:r>
              <a:rPr lang="en-US" sz="1800" b="1" dirty="0"/>
              <a:t>SHADOW PROJECT </a:t>
            </a:r>
            <a:r>
              <a:rPr lang="en-US" sz="2800" b="1" dirty="0"/>
              <a:t>-</a:t>
            </a:r>
            <a:r>
              <a:rPr lang="en-US" sz="2800" b="1" dirty="0">
                <a:latin typeface="Calibri"/>
                <a:ea typeface="Calibri"/>
                <a:cs typeface="Calibri"/>
              </a:rPr>
              <a:t> </a:t>
            </a:r>
            <a:br>
              <a:rPr lang="en-US" sz="2800" b="1" dirty="0">
                <a:latin typeface="Calibri"/>
                <a:ea typeface="Calibri"/>
                <a:cs typeface="Calibri"/>
              </a:rPr>
            </a:br>
            <a:r>
              <a:rPr lang="en-US" sz="2400" dirty="0"/>
              <a:t>IoT Telemetry &amp; Anomaly Detection Platform</a:t>
            </a:r>
            <a:br>
              <a:rPr lang="en-US" sz="2400" dirty="0"/>
            </a:br>
            <a:r>
              <a:rPr lang="en-US" sz="1600" dirty="0"/>
              <a:t>Real-time telemetry ingestion • Kafka streaming • ML anomaly detection • </a:t>
            </a:r>
            <a:r>
              <a:rPr lang="en-US" sz="1600" dirty="0" err="1"/>
              <a:t>Streamlit</a:t>
            </a:r>
            <a:r>
              <a:rPr lang="en-US" sz="1600" dirty="0"/>
              <a:t> dashboard</a:t>
            </a:r>
            <a:br>
              <a:rPr lang="en-US" sz="2400" dirty="0"/>
            </a:br>
            <a:br>
              <a:rPr lang="en-US" sz="2400" b="1" dirty="0">
                <a:latin typeface="Calibri"/>
                <a:ea typeface="Calibri"/>
                <a:cs typeface="Calibri"/>
              </a:rPr>
            </a:br>
            <a:endParaRPr lang="en-US" sz="2400" b="1" dirty="0">
              <a:solidFill>
                <a:srgbClr val="404040"/>
              </a:solidFill>
              <a:latin typeface="Segoe UI"/>
              <a:ea typeface="Calibri"/>
              <a:cs typeface="Segoe UI"/>
            </a:endParaRP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4" r="24934"/>
          <a:stretch>
            <a:fillRect/>
          </a:stretch>
        </p:blipFill>
        <p:spPr>
          <a:xfrm>
            <a:off x="4288380" y="-1"/>
            <a:ext cx="4764488" cy="491759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D8CD79-FE3D-7675-2B1A-85AE54282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8" y="3861693"/>
            <a:ext cx="1963205" cy="83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8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5053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kern="1200">
                <a:latin typeface="Calibri" charset="0"/>
                <a:ea typeface="Calibri" charset="0"/>
                <a:cs typeface="Calibri" charset="0"/>
              </a:rPr>
              <a:t>Candidate Details </a:t>
            </a:r>
          </a:p>
        </p:txBody>
      </p:sp>
      <p:graphicFrame>
        <p:nvGraphicFramePr>
          <p:cNvPr id="6" name="Text Placeholder 4">
            <a:extLst>
              <a:ext uri="{FF2B5EF4-FFF2-40B4-BE49-F238E27FC236}">
                <a16:creationId xmlns:a16="http://schemas.microsoft.com/office/drawing/2014/main" id="{B0B94166-B8A3-70C0-C5F2-515B540AE9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8741041"/>
              </p:ext>
            </p:extLst>
          </p:nvPr>
        </p:nvGraphicFramePr>
        <p:xfrm>
          <a:off x="304800" y="666750"/>
          <a:ext cx="85344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3235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" b="4478"/>
          <a:stretch>
            <a:fillRect/>
          </a:stretch>
        </p:blipFill>
        <p:spPr>
          <a:xfrm>
            <a:off x="229626" y="657718"/>
            <a:ext cx="8779959" cy="413697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5562" y="0"/>
            <a:ext cx="8534400" cy="505365"/>
          </a:xfrm>
        </p:spPr>
        <p:txBody>
          <a:bodyPr/>
          <a:lstStyle/>
          <a:p>
            <a:r>
              <a:rPr lang="en-IN" b="1"/>
              <a:t>Shadow Project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83568" y="932735"/>
            <a:ext cx="3528392" cy="288032"/>
          </a:xfrm>
        </p:spPr>
        <p:txBody>
          <a:bodyPr/>
          <a:lstStyle/>
          <a:p>
            <a:r>
              <a:rPr lang="en-IN" dirty="0">
                <a:hlinkClick r:id="" action="ppaction://noaction"/>
              </a:rPr>
              <a:t>Objective &amp; Deliverables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83568" y="1417919"/>
            <a:ext cx="3528392" cy="288032"/>
          </a:xfrm>
        </p:spPr>
        <p:txBody>
          <a:bodyPr/>
          <a:lstStyle/>
          <a:p>
            <a:r>
              <a:rPr lang="en-IN" dirty="0">
                <a:hlinkClick r:id="" action="ppaction://noaction"/>
              </a:rPr>
              <a:t>Introduction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683568" y="1903104"/>
            <a:ext cx="3528392" cy="288032"/>
          </a:xfrm>
        </p:spPr>
        <p:txBody>
          <a:bodyPr/>
          <a:lstStyle/>
          <a:p>
            <a:r>
              <a:rPr lang="en-IN" dirty="0">
                <a:hlinkClick r:id="rId3" action="ppaction://hlinksldjump"/>
              </a:rPr>
              <a:t>Project Plan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>
                <a:hlinkClick r:id="" action="ppaction://noaction"/>
              </a:rPr>
              <a:t>Progress &amp; Status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>
                <a:hlinkClick r:id="" action="ppaction://noaction"/>
              </a:rPr>
              <a:t>Analysis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>
                <a:hlinkClick r:id="" action="ppaction://noaction"/>
              </a:rPr>
              <a:t>Risk and Mitigation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>
                <a:hlinkClick r:id="" action="ppaction://noaction"/>
              </a:rPr>
              <a:t>Summary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02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505365"/>
          </a:xfrm>
        </p:spPr>
        <p:txBody>
          <a:bodyPr anchor="ctr">
            <a:normAutofit/>
          </a:bodyPr>
          <a:lstStyle/>
          <a:p>
            <a:r>
              <a:rPr lang="en-IN" b="1" dirty="0"/>
              <a:t>Objective and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50A6E-738F-4023-BAE8-003E0C8E7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77" y="607101"/>
            <a:ext cx="6048531" cy="4384623"/>
          </a:xfrm>
        </p:spPr>
        <p:txBody>
          <a:bodyPr vert="horz" lIns="68579" tIns="34289" rIns="68579" bIns="34289" rtlCol="0">
            <a:normAutofit/>
          </a:bodyPr>
          <a:lstStyle/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/>
              <a:t>Objectives</a:t>
            </a:r>
          </a:p>
          <a:p>
            <a:pPr lvl="0"/>
            <a:r>
              <a:rPr lang="en-IN" sz="1600" dirty="0"/>
              <a:t>Real-time IoT telemetry collection </a:t>
            </a:r>
          </a:p>
          <a:p>
            <a:pPr lvl="0"/>
            <a:r>
              <a:rPr lang="en-IN" sz="1600" dirty="0"/>
              <a:t>Secure device communication </a:t>
            </a:r>
          </a:p>
          <a:p>
            <a:pPr lvl="0"/>
            <a:r>
              <a:rPr lang="en-IN" sz="1600" dirty="0"/>
              <a:t>Streaming and processing of sensor data </a:t>
            </a:r>
          </a:p>
          <a:p>
            <a:pPr lvl="0"/>
            <a:r>
              <a:rPr lang="en-IN" sz="1600" dirty="0"/>
              <a:t>ML-based anomaly detection </a:t>
            </a:r>
          </a:p>
          <a:p>
            <a:pPr lvl="0"/>
            <a:r>
              <a:rPr lang="en-IN" sz="1600" dirty="0"/>
              <a:t>Automated anomaly alerting </a:t>
            </a:r>
          </a:p>
          <a:p>
            <a:pPr lvl="0"/>
            <a:r>
              <a:rPr lang="en-IN" sz="1600" dirty="0"/>
              <a:t>Real-time dashboard monitoring</a:t>
            </a:r>
          </a:p>
          <a:p>
            <a:pPr marL="0" lvl="0" indent="0">
              <a:buNone/>
            </a:pPr>
            <a:endParaRPr lang="en-IN" sz="1600" dirty="0"/>
          </a:p>
          <a:p>
            <a:pPr marL="170815" indent="-170815">
              <a:buNone/>
            </a:pPr>
            <a:endParaRPr lang="en-US" sz="1500" b="1" dirty="0"/>
          </a:p>
          <a:p>
            <a:pPr marL="170815" indent="-170815">
              <a:buNone/>
            </a:pPr>
            <a:endParaRPr lang="en-US" sz="1500" b="1" dirty="0"/>
          </a:p>
          <a:p>
            <a:pPr marL="170815" indent="-170815">
              <a:buNone/>
            </a:pPr>
            <a:r>
              <a:rPr lang="en-US" sz="1500" dirty="0"/>
              <a:t>  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1026" name="Picture 2" descr="Embedded System Stock Photos, Images and Backgrounds for Free Download">
            <a:extLst>
              <a:ext uri="{FF2B5EF4-FFF2-40B4-BE49-F238E27FC236}">
                <a16:creationId xmlns:a16="http://schemas.microsoft.com/office/drawing/2014/main" id="{5288CFDD-203F-7E1B-1FF4-017B127F7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5" r="43228" b="1"/>
          <a:stretch>
            <a:fillRect/>
          </a:stretch>
        </p:blipFill>
        <p:spPr bwMode="auto">
          <a:xfrm>
            <a:off x="6336030" y="666750"/>
            <a:ext cx="2503169" cy="4191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512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A9A210-EED3-370E-C37F-CA3BA055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Deliverables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8E448D-1D27-F92F-4F0E-CBE909DD4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Deliverables</a:t>
            </a:r>
          </a:p>
          <a:p>
            <a:pPr lvl="0"/>
            <a:r>
              <a:rPr lang="en-IN" dirty="0"/>
              <a:t>Azure IoT Hub &amp; device setup </a:t>
            </a:r>
          </a:p>
          <a:p>
            <a:pPr lvl="0"/>
            <a:r>
              <a:rPr lang="en-IN" dirty="0"/>
              <a:t>X.509 authentication </a:t>
            </a:r>
          </a:p>
          <a:p>
            <a:pPr lvl="0"/>
            <a:r>
              <a:rPr lang="en-IN" dirty="0"/>
              <a:t>Python IoT device simulator </a:t>
            </a:r>
          </a:p>
          <a:p>
            <a:pPr lvl="0"/>
            <a:r>
              <a:rPr lang="en-IN" dirty="0"/>
              <a:t>Kafka streaming pipeline </a:t>
            </a:r>
          </a:p>
          <a:p>
            <a:pPr lvl="0"/>
            <a:r>
              <a:rPr lang="en-IN" dirty="0"/>
              <a:t>Telemetry consumer </a:t>
            </a:r>
          </a:p>
          <a:p>
            <a:pPr lvl="0"/>
            <a:r>
              <a:rPr lang="en-IN" dirty="0"/>
              <a:t>ML anomaly detection model </a:t>
            </a:r>
          </a:p>
          <a:p>
            <a:pPr lvl="0"/>
            <a:r>
              <a:rPr lang="en-IN" dirty="0"/>
              <a:t>Alert module </a:t>
            </a:r>
          </a:p>
          <a:p>
            <a:pPr lvl="0"/>
            <a:r>
              <a:rPr lang="en-IN" dirty="0"/>
              <a:t>Data storage </a:t>
            </a:r>
          </a:p>
          <a:p>
            <a:pPr lvl="0"/>
            <a:r>
              <a:rPr lang="en-IN" dirty="0" err="1"/>
              <a:t>Streamlit</a:t>
            </a:r>
            <a:r>
              <a:rPr lang="en-IN" dirty="0"/>
              <a:t> dashboard </a:t>
            </a:r>
          </a:p>
          <a:p>
            <a:pPr lvl="0"/>
            <a:r>
              <a:rPr lang="en-IN" dirty="0"/>
              <a:t>GitHub documentation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92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3DA3-FD1C-4B8E-B51F-80963788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505365"/>
          </a:xfrm>
        </p:spPr>
        <p:txBody>
          <a:bodyPr anchor="b">
            <a:normAutofit/>
          </a:bodyPr>
          <a:lstStyle/>
          <a:p>
            <a:r>
              <a:rPr lang="en-IN" b="1" dirty="0"/>
              <a:t>Introduction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2CE35-33DE-AB8D-7B83-CB39230AAD01}"/>
              </a:ext>
            </a:extLst>
          </p:cNvPr>
          <p:cNvSpPr txBox="1"/>
          <p:nvPr/>
        </p:nvSpPr>
        <p:spPr>
          <a:xfrm>
            <a:off x="2286000" y="2439510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B654D9-47CB-9EC0-40AB-280E052CD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/>
              <a:t>Problem:</a:t>
            </a:r>
            <a:br>
              <a:rPr lang="en-IN" sz="1400" dirty="0"/>
            </a:br>
            <a:r>
              <a:rPr lang="en-IN" sz="1400" dirty="0"/>
              <a:t>IoT devices continuously generate telemetry that needs real-time monitoring and anomaly detection.</a:t>
            </a:r>
          </a:p>
          <a:p>
            <a:r>
              <a:rPr lang="en-IN" sz="1400" b="1" dirty="0"/>
              <a:t>Solution:</a:t>
            </a:r>
            <a:br>
              <a:rPr lang="en-IN" sz="1400" dirty="0"/>
            </a:br>
            <a:r>
              <a:rPr lang="en-IN" sz="1400" dirty="0"/>
              <a:t>A complete pipeline that collects, streams, processes, </a:t>
            </a:r>
            <a:r>
              <a:rPr lang="en-IN" sz="1400" dirty="0" err="1"/>
              <a:t>analyzes</a:t>
            </a:r>
            <a:r>
              <a:rPr lang="en-IN" sz="1400" dirty="0"/>
              <a:t> and visualizes IoT telemetry.</a:t>
            </a:r>
          </a:p>
          <a:p>
            <a:r>
              <a:rPr lang="en-IN" sz="1400" b="1" dirty="0"/>
              <a:t>Core Flow:</a:t>
            </a:r>
            <a:endParaRPr lang="en-IN" sz="1400" dirty="0"/>
          </a:p>
          <a:p>
            <a:r>
              <a:rPr lang="en-IN" dirty="0"/>
              <a:t>IoT Device → Azure IoT Hub → Kafka → Consumer → ML → Alert → Storage → Dashboard</a:t>
            </a:r>
            <a:endParaRPr lang="en-IN" sz="1400" dirty="0"/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Technology Stack</a:t>
            </a:r>
          </a:p>
          <a:p>
            <a:pPr marL="0" indent="0">
              <a:buNone/>
            </a:pPr>
            <a:r>
              <a:rPr lang="en-IN" sz="1400" b="1" dirty="0"/>
              <a:t>Cloud</a:t>
            </a:r>
            <a:endParaRPr lang="en-IN" sz="1400" dirty="0"/>
          </a:p>
          <a:p>
            <a:pPr lvl="0"/>
            <a:r>
              <a:rPr lang="en-IN" sz="1400" dirty="0"/>
              <a:t>Microsoft Azure </a:t>
            </a:r>
          </a:p>
          <a:p>
            <a:pPr lvl="0"/>
            <a:r>
              <a:rPr lang="en-IN" sz="1400" dirty="0"/>
              <a:t>Azure IoT Hub </a:t>
            </a:r>
          </a:p>
          <a:p>
            <a:pPr marL="0" indent="0">
              <a:buNone/>
            </a:pPr>
            <a:r>
              <a:rPr lang="en-IN" sz="1400" b="1" dirty="0"/>
              <a:t>Development</a:t>
            </a:r>
            <a:endParaRPr lang="en-IN" sz="1400" dirty="0"/>
          </a:p>
          <a:p>
            <a:pPr lvl="0"/>
            <a:r>
              <a:rPr lang="en-IN" sz="1400" dirty="0"/>
              <a:t>Python </a:t>
            </a:r>
          </a:p>
          <a:p>
            <a:pPr lvl="0"/>
            <a:endParaRPr lang="en-IN" sz="1400" dirty="0"/>
          </a:p>
          <a:p>
            <a:pPr lvl="0"/>
            <a:endParaRPr lang="en-IN" sz="1400" dirty="0"/>
          </a:p>
          <a:p>
            <a:pPr marL="0" lvl="0" indent="0">
              <a:buNone/>
            </a:pPr>
            <a:br>
              <a:rPr lang="en-IN" sz="1400" dirty="0"/>
            </a:br>
            <a:endParaRPr lang="en-IN" sz="1400" dirty="0"/>
          </a:p>
          <a:p>
            <a:r>
              <a:rPr lang="en-IN" sz="1400" b="1" dirty="0"/>
              <a:t>6. LOG ANALYSIS &amp; DEBUGGING</a:t>
            </a:r>
          </a:p>
          <a:p>
            <a:r>
              <a:rPr lang="en-IN" sz="1400" b="1" dirty="0"/>
              <a:t>Expected Result:</a:t>
            </a:r>
            <a:endParaRPr lang="en-IN" sz="1400" dirty="0"/>
          </a:p>
          <a:p>
            <a:pPr lvl="0"/>
            <a:r>
              <a:rPr lang="en-IN" sz="1400" dirty="0"/>
              <a:t>Detect and resolve connectivity issues through log analysis.</a:t>
            </a:r>
          </a:p>
          <a:p>
            <a:r>
              <a:rPr lang="en-IN" sz="1400" b="1" dirty="0"/>
              <a:t>Actual Outcome:</a:t>
            </a:r>
            <a:endParaRPr lang="en-IN" sz="1400" dirty="0"/>
          </a:p>
          <a:p>
            <a:pPr lvl="0"/>
            <a:r>
              <a:rPr lang="en-IN" sz="1400" dirty="0"/>
              <a:t>Connectivity issues identified, </a:t>
            </a:r>
            <a:r>
              <a:rPr lang="en-IN" sz="1400" dirty="0" err="1"/>
              <a:t>analyzed</a:t>
            </a:r>
            <a:r>
              <a:rPr lang="en-IN" sz="1400" dirty="0"/>
              <a:t>, and resolved successfully using Linux diagnostic tools.</a:t>
            </a:r>
          </a:p>
          <a:p>
            <a:r>
              <a:rPr lang="en-IN" sz="1400" b="1" dirty="0"/>
              <a:t>8. OVERALL RESULT</a:t>
            </a:r>
          </a:p>
          <a:p>
            <a:r>
              <a:rPr lang="en-IN" sz="1400" b="1" dirty="0"/>
              <a:t>Expected Result:</a:t>
            </a:r>
            <a:endParaRPr lang="en-IN" sz="1400" dirty="0"/>
          </a:p>
          <a:p>
            <a:pPr lvl="0"/>
            <a:r>
              <a:rPr lang="en-IN" sz="1400" dirty="0"/>
              <a:t>Achieve all project objectives successfully.</a:t>
            </a:r>
          </a:p>
          <a:p>
            <a:r>
              <a:rPr lang="en-IN" sz="1400" b="1" dirty="0"/>
              <a:t>Actual Outcome:</a:t>
            </a:r>
            <a:endParaRPr lang="en-IN" sz="1400" dirty="0"/>
          </a:p>
          <a:p>
            <a:pPr lvl="0"/>
            <a:r>
              <a:rPr lang="en-IN" sz="1400" dirty="0"/>
              <a:t>All project objectives achieved as per the validation plan.</a:t>
            </a:r>
          </a:p>
          <a:p>
            <a:r>
              <a:rPr lang="en-IN" sz="1400" b="1" dirty="0"/>
              <a:t>9. PROJECT OUTCOME</a:t>
            </a:r>
          </a:p>
          <a:p>
            <a:r>
              <a:rPr lang="en-IN" sz="1400" b="1" dirty="0"/>
              <a:t>Expected Result:</a:t>
            </a:r>
            <a:endParaRPr lang="en-IN" sz="1400" dirty="0"/>
          </a:p>
          <a:p>
            <a:pPr lvl="0"/>
            <a:r>
              <a:rPr lang="en-IN" sz="1400" dirty="0"/>
              <a:t>Develop practical expertise in wireless connectivity validation.</a:t>
            </a:r>
          </a:p>
          <a:p>
            <a:r>
              <a:rPr lang="en-IN" sz="1400" b="1" dirty="0"/>
              <a:t>Actual Outcome:</a:t>
            </a:r>
            <a:endParaRPr lang="en-IN" sz="1400" dirty="0"/>
          </a:p>
          <a:p>
            <a:pPr lvl="0"/>
            <a:r>
              <a:rPr lang="en-IN" sz="1400" dirty="0"/>
              <a:t>Practical expertise gained in wireless validation, debugging, driver/firmware verification, and log analysis.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1945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5F16-CE34-41F7-8708-F57AA344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82C0-41B2-B115-EDF9-7CDDC14FA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4191000"/>
          </a:xfrm>
        </p:spPr>
        <p:txBody>
          <a:bodyPr vert="horz" lIns="68579" tIns="34289" rIns="68579" bIns="34289" rtlCol="0" anchor="t">
            <a:normAutofit fontScale="92500" lnSpcReduction="10000"/>
          </a:bodyPr>
          <a:lstStyle/>
          <a:p>
            <a:pPr lvl="0"/>
            <a:endParaRPr lang="en-IN" sz="1400" dirty="0"/>
          </a:p>
          <a:p>
            <a:pPr lvl="0"/>
            <a:r>
              <a:rPr lang="en-IN" sz="1400" dirty="0"/>
              <a:t>VS Code </a:t>
            </a:r>
          </a:p>
          <a:p>
            <a:pPr lvl="0"/>
            <a:r>
              <a:rPr lang="en-IN" sz="1400" dirty="0"/>
              <a:t>Git/GitHub </a:t>
            </a:r>
          </a:p>
          <a:p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Streaming</a:t>
            </a:r>
            <a:endParaRPr lang="en-IN" sz="1400" dirty="0"/>
          </a:p>
          <a:p>
            <a:pPr lvl="0"/>
            <a:r>
              <a:rPr lang="en-IN" sz="1400" dirty="0"/>
              <a:t>Apache Kafka </a:t>
            </a:r>
          </a:p>
          <a:p>
            <a:pPr lvl="0"/>
            <a:r>
              <a:rPr lang="en-IN" sz="1400" dirty="0"/>
              <a:t>Kafka Python 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ML &amp; Data</a:t>
            </a:r>
            <a:endParaRPr lang="en-IN" sz="1400" dirty="0"/>
          </a:p>
          <a:p>
            <a:pPr lvl="0"/>
            <a:r>
              <a:rPr lang="en-IN" sz="1400" dirty="0"/>
              <a:t>Pandas </a:t>
            </a:r>
          </a:p>
          <a:p>
            <a:pPr lvl="0"/>
            <a:r>
              <a:rPr lang="en-IN" sz="1400" dirty="0"/>
              <a:t>NumPy </a:t>
            </a:r>
          </a:p>
          <a:p>
            <a:pPr lvl="0"/>
            <a:r>
              <a:rPr lang="en-IN" sz="1400" dirty="0"/>
              <a:t>Scikit-learn </a:t>
            </a:r>
          </a:p>
          <a:p>
            <a:pPr lvl="0"/>
            <a:r>
              <a:rPr lang="en-IN" sz="1400" dirty="0" err="1"/>
              <a:t>Joblib</a:t>
            </a:r>
            <a:r>
              <a:rPr lang="en-IN" sz="1400" dirty="0"/>
              <a:t> 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Visualization</a:t>
            </a:r>
            <a:endParaRPr lang="en-IN" sz="1400" dirty="0"/>
          </a:p>
          <a:p>
            <a:pPr lvl="0"/>
            <a:r>
              <a:rPr lang="en-IN" sz="1400" dirty="0" err="1"/>
              <a:t>Streamlit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6122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A128-ACEE-48F1-8866-F860851D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DB3E5-ED79-4EF4-A351-1F257EF85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79" tIns="34289" rIns="68579" bIns="34289" rtlCol="0" anchor="t">
            <a:normAutofit/>
          </a:bodyPr>
          <a:lstStyle/>
          <a:p>
            <a:pPr marL="0" indent="0">
              <a:buNone/>
            </a:pPr>
            <a:r>
              <a:rPr lang="en-IN" sz="1600" b="1" dirty="0"/>
              <a:t>Initial Setup &amp; Installation</a:t>
            </a:r>
          </a:p>
          <a:p>
            <a:pPr marL="0" indent="0">
              <a:buNone/>
            </a:pPr>
            <a:r>
              <a:rPr lang="en-IN" sz="1600" b="1" dirty="0"/>
              <a:t>Environment Preparation</a:t>
            </a:r>
            <a:endParaRPr lang="en-IN" sz="1600" dirty="0"/>
          </a:p>
          <a:p>
            <a:pPr lvl="0"/>
            <a:r>
              <a:rPr lang="en-IN" sz="1600" dirty="0"/>
              <a:t>Azure account &amp; IoT Hub </a:t>
            </a:r>
          </a:p>
          <a:p>
            <a:pPr lvl="0"/>
            <a:r>
              <a:rPr lang="en-IN" sz="1600" dirty="0"/>
              <a:t>Python 3.12 </a:t>
            </a:r>
          </a:p>
          <a:p>
            <a:pPr lvl="0"/>
            <a:r>
              <a:rPr lang="en-IN" sz="1600" dirty="0"/>
              <a:t>Virtual environment </a:t>
            </a:r>
          </a:p>
          <a:p>
            <a:pPr lvl="0"/>
            <a:r>
              <a:rPr lang="en-IN" sz="1600" dirty="0"/>
              <a:t>VS Code </a:t>
            </a:r>
          </a:p>
          <a:p>
            <a:pPr lvl="0"/>
            <a:r>
              <a:rPr lang="en-IN" sz="1600" dirty="0"/>
              <a:t>Java 22 </a:t>
            </a:r>
          </a:p>
          <a:p>
            <a:pPr lvl="0"/>
            <a:r>
              <a:rPr lang="en-IN" sz="1600" dirty="0"/>
              <a:t>Kafka 4.3.1 </a:t>
            </a:r>
          </a:p>
          <a:p>
            <a:pPr lvl="0"/>
            <a:r>
              <a:rPr lang="en-IN" sz="1600" dirty="0"/>
              <a:t>Required Python packages </a:t>
            </a:r>
          </a:p>
          <a:p>
            <a:pPr lvl="0"/>
            <a:r>
              <a:rPr lang="en-IN" sz="1600" dirty="0"/>
              <a:t>Git/GitHub repository</a:t>
            </a:r>
          </a:p>
          <a:p>
            <a:pPr marL="0" indent="0">
              <a:buNone/>
            </a:pPr>
            <a:endParaRPr lang="en-US" sz="16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581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E272-E6EE-4FB8-AD6C-46E46238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cs typeface="Calibri"/>
              </a:rPr>
              <a:t> 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70FA3-CAED-E849-FE0D-9DD2AA641BE7}"/>
              </a:ext>
            </a:extLst>
          </p:cNvPr>
          <p:cNvSpPr txBox="1"/>
          <p:nvPr/>
        </p:nvSpPr>
        <p:spPr>
          <a:xfrm>
            <a:off x="217356" y="673740"/>
            <a:ext cx="86218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Azure &amp; Device Configuration</a:t>
            </a:r>
          </a:p>
          <a:p>
            <a:endParaRPr lang="en-IN" b="1" dirty="0"/>
          </a:p>
          <a:p>
            <a:r>
              <a:rPr lang="en-IN" b="1" dirty="0"/>
              <a:t>Azure IoT Setup</a:t>
            </a:r>
            <a:endParaRPr lang="en-IN" dirty="0"/>
          </a:p>
          <a:p>
            <a:pPr lvl="0"/>
            <a:r>
              <a:rPr lang="en-IN" dirty="0"/>
              <a:t>Create IoT Hub </a:t>
            </a:r>
          </a:p>
          <a:p>
            <a:pPr lvl="0"/>
            <a:r>
              <a:rPr lang="en-IN" dirty="0"/>
              <a:t>Register device </a:t>
            </a:r>
          </a:p>
          <a:p>
            <a:pPr lvl="0"/>
            <a:r>
              <a:rPr lang="en-IN" dirty="0"/>
              <a:t>Configure device identity </a:t>
            </a:r>
          </a:p>
          <a:p>
            <a:pPr lvl="0"/>
            <a:r>
              <a:rPr lang="en-IN" dirty="0"/>
              <a:t>X.509 certificate authentication </a:t>
            </a:r>
          </a:p>
          <a:p>
            <a:pPr lvl="0"/>
            <a:r>
              <a:rPr lang="en-IN" dirty="0"/>
              <a:t>Configure device connection </a:t>
            </a:r>
          </a:p>
          <a:p>
            <a:pPr lvl="0"/>
            <a:r>
              <a:rPr lang="en-IN" dirty="0"/>
              <a:t>Verify connectivity </a:t>
            </a:r>
          </a:p>
          <a:p>
            <a:endParaRPr lang="en-IN" b="1" dirty="0"/>
          </a:p>
          <a:p>
            <a:r>
              <a:rPr lang="en-IN" b="1" dirty="0"/>
              <a:t>Device:</a:t>
            </a:r>
            <a:r>
              <a:rPr lang="en-IN" dirty="0"/>
              <a:t> pythondevice01</a:t>
            </a:r>
          </a:p>
          <a:p>
            <a:endParaRPr lang="en-IN" dirty="0"/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198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BCD0-B8A5-73AF-2E6F-85DC8CE7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82C019-2A92-C0A5-3810-2EDA2DBFA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304800" y="816745"/>
            <a:ext cx="8534400" cy="389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33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CAD13-E703-99F4-DAEA-A74EB222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79E40-F9C8-0D96-1C44-329FDFEDB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592111"/>
            <a:ext cx="8704289" cy="4265639"/>
          </a:xfrm>
        </p:spPr>
        <p:txBody>
          <a:bodyPr>
            <a:normAutofit fontScale="40000" lnSpcReduction="20000"/>
          </a:bodyPr>
          <a:lstStyle/>
          <a:p>
            <a:r>
              <a:rPr lang="en-IN" dirty="0"/>
              <a:t>IoT Device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Sensor Telemetry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Azure IoT Hub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Kafka / Event Streaming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Kafka Consumer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Data Processing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ML Anomaly Detection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 ┌───────────────┐</a:t>
            </a:r>
          </a:p>
          <a:p>
            <a:r>
              <a:rPr lang="en-IN" dirty="0"/>
              <a:t>Normal       Anomaly</a:t>
            </a:r>
          </a:p>
          <a:p>
            <a:r>
              <a:rPr lang="en-IN" dirty="0"/>
              <a:t>                 ↓</a:t>
            </a:r>
          </a:p>
          <a:p>
            <a:r>
              <a:rPr lang="en-IN" dirty="0"/>
              <a:t>              Alert</a:t>
            </a:r>
          </a:p>
          <a:p>
            <a:r>
              <a:rPr lang="en-IN" dirty="0"/>
              <a:t>                 ↓</a:t>
            </a:r>
          </a:p>
          <a:p>
            <a:r>
              <a:rPr lang="en-IN" dirty="0"/>
              <a:t>          Data Storage</a:t>
            </a:r>
          </a:p>
          <a:p>
            <a:r>
              <a:rPr lang="en-IN" dirty="0"/>
              <a:t>                 ↓</a:t>
            </a:r>
          </a:p>
          <a:p>
            <a:r>
              <a:rPr lang="en-IN" dirty="0"/>
              <a:t>             Dashboard</a:t>
            </a:r>
          </a:p>
        </p:txBody>
      </p:sp>
    </p:spTree>
    <p:extLst>
      <p:ext uri="{BB962C8B-B14F-4D97-AF65-F5344CB8AC3E}">
        <p14:creationId xmlns:p14="http://schemas.microsoft.com/office/powerpoint/2010/main" val="2831561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FF0B-C165-092A-4487-D9FCDC55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Progress &amp;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813BF-2715-3B05-CE04-865DE784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Device &amp; Telemetry Module</a:t>
            </a:r>
          </a:p>
          <a:p>
            <a:r>
              <a:rPr lang="en-IN" b="1" dirty="0"/>
              <a:t>Completed</a:t>
            </a:r>
            <a:endParaRPr lang="en-IN" dirty="0"/>
          </a:p>
          <a:p>
            <a:pPr lvl="0"/>
            <a:r>
              <a:rPr lang="en-IN" dirty="0"/>
              <a:t>Python sensor simulator </a:t>
            </a:r>
          </a:p>
          <a:p>
            <a:pPr lvl="0"/>
            <a:r>
              <a:rPr lang="en-IN" dirty="0"/>
              <a:t>Continuous telemetry generation </a:t>
            </a:r>
          </a:p>
          <a:p>
            <a:pPr lvl="0"/>
            <a:r>
              <a:rPr lang="en-IN" dirty="0"/>
              <a:t>Temperature </a:t>
            </a:r>
          </a:p>
          <a:p>
            <a:pPr lvl="0"/>
            <a:r>
              <a:rPr lang="en-IN" dirty="0"/>
              <a:t>Humidity </a:t>
            </a:r>
          </a:p>
          <a:p>
            <a:pPr lvl="0"/>
            <a:r>
              <a:rPr lang="en-IN" dirty="0"/>
              <a:t>Pressure </a:t>
            </a:r>
          </a:p>
          <a:p>
            <a:pPr lvl="0"/>
            <a:r>
              <a:rPr lang="en-IN" dirty="0"/>
              <a:t>Vibration </a:t>
            </a:r>
          </a:p>
          <a:p>
            <a:pPr lvl="0"/>
            <a:r>
              <a:rPr lang="en-IN" dirty="0"/>
              <a:t>Timestamp &amp; Device ID </a:t>
            </a:r>
          </a:p>
          <a:p>
            <a:pPr lvl="0"/>
            <a:r>
              <a:rPr lang="en-IN" dirty="0"/>
              <a:t>JSON telemetry format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509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35BE-37A3-79FA-257A-002E8F1A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379A8-07AC-93A3-50D7-D405FABAF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Kafka Streaming &amp; Consumer</a:t>
            </a:r>
          </a:p>
          <a:p>
            <a:r>
              <a:rPr lang="en-IN" b="1" dirty="0"/>
              <a:t>Completed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Producer</a:t>
            </a:r>
            <a:endParaRPr lang="en-IN" dirty="0"/>
          </a:p>
          <a:p>
            <a:pPr lvl="0"/>
            <a:r>
              <a:rPr lang="en-IN" dirty="0"/>
              <a:t>Publishes telemetry </a:t>
            </a:r>
          </a:p>
          <a:p>
            <a:pPr marL="0" indent="0">
              <a:buNone/>
            </a:pPr>
            <a:r>
              <a:rPr lang="en-IN" b="1" dirty="0"/>
              <a:t>Kafka</a:t>
            </a:r>
            <a:endParaRPr lang="en-IN" dirty="0"/>
          </a:p>
          <a:p>
            <a:pPr lvl="0"/>
            <a:r>
              <a:rPr lang="en-IN" dirty="0"/>
              <a:t>Topic: </a:t>
            </a:r>
            <a:r>
              <a:rPr lang="en-IN" dirty="0" err="1"/>
              <a:t>iot</a:t>
            </a:r>
            <a:r>
              <a:rPr lang="en-IN" dirty="0"/>
              <a:t>-telemetry </a:t>
            </a:r>
          </a:p>
          <a:p>
            <a:pPr lvl="0"/>
            <a:r>
              <a:rPr lang="en-IN" dirty="0"/>
              <a:t>Real-time message streaming </a:t>
            </a:r>
          </a:p>
          <a:p>
            <a:pPr marL="0" indent="0">
              <a:buNone/>
            </a:pPr>
            <a:r>
              <a:rPr lang="en-IN" b="1" dirty="0"/>
              <a:t>Consumer</a:t>
            </a:r>
            <a:endParaRPr lang="en-IN" dirty="0"/>
          </a:p>
          <a:p>
            <a:pPr lvl="0"/>
            <a:r>
              <a:rPr lang="en-IN" dirty="0"/>
              <a:t>Receives messages </a:t>
            </a:r>
          </a:p>
          <a:p>
            <a:pPr lvl="0"/>
            <a:r>
              <a:rPr lang="en-IN" dirty="0"/>
              <a:t>Processes telemetry </a:t>
            </a:r>
          </a:p>
          <a:p>
            <a:pPr lvl="0"/>
            <a:r>
              <a:rPr lang="en-IN" dirty="0"/>
              <a:t>Stores records </a:t>
            </a:r>
          </a:p>
          <a:p>
            <a:pPr lvl="0"/>
            <a:r>
              <a:rPr lang="en-IN" dirty="0"/>
              <a:t>Sends data to ML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73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53DA-90BA-E96A-6EB0-9005BF9E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DE6A1-CF89-BF7D-F4DB-F87777421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ML &amp; Alert Module</a:t>
            </a:r>
          </a:p>
          <a:p>
            <a:r>
              <a:rPr lang="en-IN" b="1" dirty="0"/>
              <a:t>Completed</a:t>
            </a:r>
            <a:endParaRPr lang="en-IN" dirty="0"/>
          </a:p>
          <a:p>
            <a:r>
              <a:rPr lang="en-IN" b="1" dirty="0"/>
              <a:t>ML Model</a:t>
            </a:r>
            <a:endParaRPr lang="en-IN" dirty="0"/>
          </a:p>
          <a:p>
            <a:pPr lvl="0"/>
            <a:r>
              <a:rPr lang="en-IN" dirty="0"/>
              <a:t>Trained anomaly detection model </a:t>
            </a:r>
          </a:p>
          <a:p>
            <a:pPr lvl="0"/>
            <a:r>
              <a:rPr lang="en-IN" dirty="0" err="1"/>
              <a:t>model.pkl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Real-time prediction </a:t>
            </a:r>
          </a:p>
          <a:p>
            <a:pPr lvl="0"/>
            <a:r>
              <a:rPr lang="en-IN" dirty="0"/>
              <a:t>Anomaly score </a:t>
            </a:r>
          </a:p>
          <a:p>
            <a:r>
              <a:rPr lang="en-IN" b="1" dirty="0"/>
              <a:t>Alert Module</a:t>
            </a:r>
            <a:endParaRPr lang="en-IN" dirty="0"/>
          </a:p>
          <a:p>
            <a:pPr lvl="0"/>
            <a:r>
              <a:rPr lang="en-IN" dirty="0"/>
              <a:t>Detects abnormal readings </a:t>
            </a:r>
          </a:p>
          <a:p>
            <a:pPr lvl="0"/>
            <a:r>
              <a:rPr lang="en-IN" dirty="0"/>
              <a:t>Generates anomaly alert </a:t>
            </a:r>
          </a:p>
          <a:p>
            <a:pPr lvl="0"/>
            <a:r>
              <a:rPr lang="en-IN" dirty="0"/>
              <a:t>Shows device and sensor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375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BC61-6E0D-2428-5E91-B3F2E62A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8FEF0-0348-FAA8-DB5A-CBE5D58F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Data Storage &amp; GitHub</a:t>
            </a:r>
          </a:p>
          <a:p>
            <a:r>
              <a:rPr lang="en-IN" b="1" dirty="0"/>
              <a:t>Data</a:t>
            </a:r>
            <a:endParaRPr lang="en-IN" dirty="0"/>
          </a:p>
          <a:p>
            <a:pPr lvl="0"/>
            <a:r>
              <a:rPr lang="en-IN" dirty="0"/>
              <a:t>Telemetry records </a:t>
            </a:r>
          </a:p>
          <a:p>
            <a:pPr lvl="0"/>
            <a:r>
              <a:rPr lang="en-IN" dirty="0"/>
              <a:t>Anomaly results </a:t>
            </a:r>
          </a:p>
          <a:p>
            <a:pPr lvl="0"/>
            <a:r>
              <a:rPr lang="en-IN" dirty="0"/>
              <a:t>Historical monitoring data </a:t>
            </a:r>
          </a:p>
          <a:p>
            <a:r>
              <a:rPr lang="en-IN" b="1" dirty="0"/>
              <a:t>GitHub</a:t>
            </a:r>
            <a:endParaRPr lang="en-IN" dirty="0"/>
          </a:p>
          <a:p>
            <a:pPr lvl="0"/>
            <a:r>
              <a:rPr lang="en-IN" dirty="0"/>
              <a:t>Device </a:t>
            </a:r>
          </a:p>
          <a:p>
            <a:pPr lvl="0"/>
            <a:r>
              <a:rPr lang="en-IN" dirty="0"/>
              <a:t>Consumer </a:t>
            </a:r>
          </a:p>
          <a:p>
            <a:pPr lvl="0"/>
            <a:r>
              <a:rPr lang="en-IN" dirty="0"/>
              <a:t>ML </a:t>
            </a:r>
          </a:p>
          <a:p>
            <a:pPr lvl="0"/>
            <a:r>
              <a:rPr lang="en-IN" dirty="0"/>
              <a:t>Alerts </a:t>
            </a:r>
          </a:p>
          <a:p>
            <a:pPr lvl="0"/>
            <a:r>
              <a:rPr lang="en-IN" dirty="0"/>
              <a:t>Dashboard </a:t>
            </a:r>
          </a:p>
          <a:p>
            <a:pPr lvl="0"/>
            <a:r>
              <a:rPr lang="en-IN" dirty="0"/>
              <a:t>Configuration </a:t>
            </a:r>
          </a:p>
          <a:p>
            <a:pPr lvl="0"/>
            <a:r>
              <a:rPr lang="en-IN" dirty="0"/>
              <a:t>Documentation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465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36A5-EAF4-B761-2BC2-943008859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031A04-2DC1-DFF6-2816-A471CF1DC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304800" y="787739"/>
            <a:ext cx="8534400" cy="394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18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79F07-514A-140E-70D2-A81730E7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B17FE68-EB9B-C7E6-FE35-C449775E3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598418" y="666750"/>
            <a:ext cx="794716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89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2B84-B9A0-488A-4329-645CE57F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7F14A-C99A-7185-17AE-70A712712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52072"/>
            <a:ext cx="8686800" cy="4205678"/>
          </a:xfrm>
        </p:spPr>
        <p:txBody>
          <a:bodyPr/>
          <a:lstStyle/>
          <a:p>
            <a:r>
              <a:rPr lang="en-IN" b="1" dirty="0"/>
              <a:t>Data &amp; Anomaly Analysis</a:t>
            </a:r>
          </a:p>
          <a:p>
            <a:pPr marL="0" indent="0">
              <a:buNone/>
            </a:pPr>
            <a:r>
              <a:rPr lang="en-IN" b="1" dirty="0"/>
              <a:t>Telemetry Parameters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6CBD1D-8B9A-6727-D78F-EA3804A02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75826"/>
              </p:ext>
            </p:extLst>
          </p:nvPr>
        </p:nvGraphicFramePr>
        <p:xfrm>
          <a:off x="152400" y="1401580"/>
          <a:ext cx="8534400" cy="2087745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426026167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597435505"/>
                    </a:ext>
                  </a:extLst>
                </a:gridCol>
              </a:tblGrid>
              <a:tr h="41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711806"/>
                  </a:ext>
                </a:extLst>
              </a:tr>
              <a:tr h="41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Thermal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204733"/>
                  </a:ext>
                </a:extLst>
              </a:tr>
              <a:tr h="41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Environmental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33084"/>
                  </a:ext>
                </a:extLst>
              </a:tr>
              <a:tr h="41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Pressure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755900"/>
                  </a:ext>
                </a:extLst>
              </a:tr>
              <a:tr h="41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Device/physical </a:t>
                      </a:r>
                      <a:r>
                        <a:rPr lang="en-IN" dirty="0" err="1"/>
                        <a:t>behavior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1278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A8209E4-EABF-6C21-B837-0627CE5E1112}"/>
              </a:ext>
            </a:extLst>
          </p:cNvPr>
          <p:cNvSpPr txBox="1"/>
          <p:nvPr/>
        </p:nvSpPr>
        <p:spPr>
          <a:xfrm>
            <a:off x="209862" y="3607998"/>
            <a:ext cx="457200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Analysis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Continuous telemetry evaluation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ML identifies abnormal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Normal and anomalous readings separated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Anomaly results available for monitoring</a:t>
            </a:r>
          </a:p>
        </p:txBody>
      </p:sp>
    </p:spTree>
    <p:extLst>
      <p:ext uri="{BB962C8B-B14F-4D97-AF65-F5344CB8AC3E}">
        <p14:creationId xmlns:p14="http://schemas.microsoft.com/office/powerpoint/2010/main" val="3690680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A3CC-4166-CA6C-8BDB-99FCA9EF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032A8-8C1F-702C-9FE4-F167C6D01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Dashboard Analysis</a:t>
            </a:r>
          </a:p>
          <a:p>
            <a:r>
              <a:rPr lang="en-IN" b="1" dirty="0" err="1"/>
              <a:t>Streamlit</a:t>
            </a:r>
            <a:r>
              <a:rPr lang="en-IN" b="1" dirty="0"/>
              <a:t> Dashboard</a:t>
            </a:r>
            <a:endParaRPr lang="en-IN" dirty="0"/>
          </a:p>
          <a:p>
            <a:r>
              <a:rPr lang="en-IN" dirty="0"/>
              <a:t>Show:</a:t>
            </a:r>
          </a:p>
          <a:p>
            <a:pPr lvl="0"/>
            <a:r>
              <a:rPr lang="en-IN" dirty="0"/>
              <a:t>Total telemetry records </a:t>
            </a:r>
          </a:p>
          <a:p>
            <a:pPr lvl="0"/>
            <a:r>
              <a:rPr lang="en-IN" dirty="0"/>
              <a:t>Device status </a:t>
            </a:r>
          </a:p>
          <a:p>
            <a:pPr lvl="0"/>
            <a:r>
              <a:rPr lang="en-IN" dirty="0"/>
              <a:t>Latest readings </a:t>
            </a:r>
          </a:p>
          <a:p>
            <a:pPr lvl="0"/>
            <a:r>
              <a:rPr lang="en-IN" dirty="0"/>
              <a:t>Sensor trends </a:t>
            </a:r>
          </a:p>
          <a:p>
            <a:pPr lvl="0"/>
            <a:r>
              <a:rPr lang="en-IN" dirty="0"/>
              <a:t>Anomaly history </a:t>
            </a:r>
          </a:p>
          <a:p>
            <a:pPr lvl="0"/>
            <a:r>
              <a:rPr lang="en-IN" dirty="0"/>
              <a:t>Latest telemetry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110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FCADC-AFC5-B553-2054-BF606561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76F5CE-7A69-4054-5168-DF2750F36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304800" y="825855"/>
            <a:ext cx="8534400" cy="387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55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E04B-8627-1C7A-362A-F1AFB012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22DB4F-9BE5-4ED1-1ED1-EA9099EBD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304800" y="819769"/>
            <a:ext cx="8534400" cy="388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31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A156-3BF7-87DE-C86C-E52A8D5C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898E4C-854F-D409-FD18-FE07231C6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304800" y="808216"/>
            <a:ext cx="8534400" cy="390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30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D5F2-2FE1-80F3-71D8-2FD73CF0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240DF-B937-4E7B-B54D-58F5E3BDF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gray">
          <a:xfrm>
            <a:off x="304800" y="815298"/>
            <a:ext cx="8534400" cy="389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3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7711-43A3-5CB9-35E3-6EBCCF64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Risk &amp;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46E03-0CC6-8AA7-3D8D-072E2960F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Technical Risks &amp; Solutions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127452-1988-A9AC-A115-A24CCC0CE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109286"/>
              </p:ext>
            </p:extLst>
          </p:nvPr>
        </p:nvGraphicFramePr>
        <p:xfrm>
          <a:off x="152400" y="974360"/>
          <a:ext cx="8534400" cy="3582648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303411699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4006000952"/>
                    </a:ext>
                  </a:extLst>
                </a:gridCol>
              </a:tblGrid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Mitigation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047299"/>
                  </a:ext>
                </a:extLst>
              </a:tr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IoT connection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Verified device authentication &amp;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634437"/>
                  </a:ext>
                </a:extLst>
              </a:tr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Certificate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Configured X.509 certificates correctly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310208"/>
                  </a:ext>
                </a:extLst>
              </a:tr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Kafka connection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Verified broker and 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797445"/>
                  </a:ext>
                </a:extLst>
              </a:tr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Invalid telemetry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Consumer-side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285197"/>
                  </a:ext>
                </a:extLst>
              </a:tr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model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loading &amp; prediction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221430"/>
                  </a:ext>
                </a:extLst>
              </a:tr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Sensitive files exposed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.env</a:t>
                      </a:r>
                      <a:r>
                        <a:rPr lang="en-IN"/>
                        <a:t>, certificates &amp; data excluded from Git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35129"/>
                  </a:ext>
                </a:extLst>
              </a:tr>
              <a:tr h="447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 data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Tested with live telemetry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32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158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FD2C-7D37-691C-AC0F-34C40C5B5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51" y="285750"/>
            <a:ext cx="8534400" cy="50536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Testing &amp; Validation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4DF8C-824A-3BB0-92B6-B71EFA311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End-to-End Validation</a:t>
            </a:r>
            <a:endParaRPr lang="en-IN" dirty="0"/>
          </a:p>
          <a:p>
            <a:pPr lvl="0"/>
            <a:r>
              <a:rPr lang="en-IN" dirty="0"/>
              <a:t>Device generates telemetry  </a:t>
            </a:r>
          </a:p>
          <a:p>
            <a:pPr lvl="0"/>
            <a:r>
              <a:rPr lang="en-IN" dirty="0"/>
              <a:t>IoT connection verified  </a:t>
            </a:r>
          </a:p>
          <a:p>
            <a:pPr lvl="0"/>
            <a:r>
              <a:rPr lang="en-IN" dirty="0"/>
              <a:t>Kafka receives messages  </a:t>
            </a:r>
          </a:p>
          <a:p>
            <a:pPr lvl="0"/>
            <a:r>
              <a:rPr lang="en-IN" dirty="0"/>
              <a:t>Consumer processes data  </a:t>
            </a:r>
          </a:p>
          <a:p>
            <a:pPr lvl="0"/>
            <a:r>
              <a:rPr lang="en-IN" dirty="0"/>
              <a:t>ML detects anomalies  </a:t>
            </a:r>
          </a:p>
          <a:p>
            <a:pPr lvl="0"/>
            <a:r>
              <a:rPr lang="en-IN" dirty="0"/>
              <a:t>Alerts generated  </a:t>
            </a:r>
          </a:p>
          <a:p>
            <a:pPr lvl="0"/>
            <a:r>
              <a:rPr lang="en-IN" dirty="0"/>
              <a:t>Data stored  </a:t>
            </a:r>
          </a:p>
          <a:p>
            <a:pPr lvl="0"/>
            <a:r>
              <a:rPr lang="en-IN" dirty="0"/>
              <a:t>Dashboard displays results </a:t>
            </a:r>
          </a:p>
          <a:p>
            <a:r>
              <a:rPr lang="en-IN" b="1" dirty="0"/>
              <a:t>Final Pipeline Verified</a:t>
            </a:r>
            <a:endParaRPr lang="en-IN" dirty="0"/>
          </a:p>
          <a:p>
            <a:r>
              <a:rPr lang="en-IN" dirty="0"/>
              <a:t>Input → Processing → Detection → Output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830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453D-DC84-9CCC-47E1-09192657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650106-70B4-615A-3E65-8209E8C28A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138726"/>
              </p:ext>
            </p:extLst>
          </p:nvPr>
        </p:nvGraphicFramePr>
        <p:xfrm>
          <a:off x="457200" y="933450"/>
          <a:ext cx="8229600" cy="3657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80349729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378103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93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IoT 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2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Device 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384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Telemetry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89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Kafka Streaming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948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Consumer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1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653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345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503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GitHub &amp;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97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End-to-End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837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462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3" r="13693"/>
          <a:stretch>
            <a:fillRect/>
          </a:stretch>
        </p:blipFill>
        <p:spPr>
          <a:xfrm>
            <a:off x="4379513" y="-1"/>
            <a:ext cx="4764488" cy="4917591"/>
          </a:xfrm>
        </p:spPr>
      </p:pic>
      <p:sp>
        <p:nvSpPr>
          <p:cNvPr id="9" name="TextBox 8"/>
          <p:cNvSpPr txBox="1"/>
          <p:nvPr/>
        </p:nvSpPr>
        <p:spPr>
          <a:xfrm>
            <a:off x="1460500" y="1498600"/>
            <a:ext cx="2663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>
                <a:solidFill>
                  <a:schemeClr val="bg2"/>
                </a:solidFill>
              </a:rPr>
              <a:t>Thank </a:t>
            </a:r>
            <a:r>
              <a:rPr lang="en-IN" sz="4000" b="1">
                <a:solidFill>
                  <a:srgbClr val="FFC000"/>
                </a:solidFill>
              </a:rPr>
              <a:t>You</a:t>
            </a:r>
            <a:r>
              <a:rPr lang="en-IN" sz="4000" b="1">
                <a:solidFill>
                  <a:schemeClr val="bg2"/>
                </a:solidFill>
              </a:rPr>
              <a:t> !</a:t>
            </a:r>
          </a:p>
        </p:txBody>
      </p:sp>
      <p:pic>
        <p:nvPicPr>
          <p:cNvPr id="4" name="Picture 3">
            <a:hlinkClick r:id="" action="ppaction://noaction"/>
            <a:extLst>
              <a:ext uri="{FF2B5EF4-FFF2-40B4-BE49-F238E27FC236}">
                <a16:creationId xmlns:a16="http://schemas.microsoft.com/office/drawing/2014/main" id="{E64500E8-6DE5-420E-A176-916B47731F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706" t="14152" r="28593" b="50055"/>
          <a:stretch/>
        </p:blipFill>
        <p:spPr>
          <a:xfrm>
            <a:off x="8387294" y="4208385"/>
            <a:ext cx="540454" cy="525393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824373369"/>
      </p:ext>
    </p:extLst>
  </p:cSld>
  <p:clrMapOvr>
    <a:masterClrMapping/>
  </p:clrMapOvr>
</p:sld>
</file>

<file path=ppt/theme/theme1.xml><?xml version="1.0" encoding="utf-8"?>
<a:theme xmlns:a="http://schemas.openxmlformats.org/drawingml/2006/main" name="L&amp;T Theme 2">
  <a:themeElements>
    <a:clrScheme name="L&amp;T Colors">
      <a:dk1>
        <a:srgbClr val="000000"/>
      </a:dk1>
      <a:lt1>
        <a:srgbClr val="FFFFFF"/>
      </a:lt1>
      <a:dk2>
        <a:srgbClr val="00B0F0"/>
      </a:dk2>
      <a:lt2>
        <a:srgbClr val="004581"/>
      </a:lt2>
      <a:accent1>
        <a:srgbClr val="0556CD"/>
      </a:accent1>
      <a:accent2>
        <a:srgbClr val="058EFF"/>
      </a:accent2>
      <a:accent3>
        <a:srgbClr val="FFCC29"/>
      </a:accent3>
      <a:accent4>
        <a:srgbClr val="F7411D"/>
      </a:accent4>
      <a:accent5>
        <a:srgbClr val="1A9664"/>
      </a:accent5>
      <a:accent6>
        <a:srgbClr val="DA8200"/>
      </a:accent6>
      <a:hlink>
        <a:srgbClr val="7BD3F7"/>
      </a:hlink>
      <a:folHlink>
        <a:srgbClr val="0769F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TS Template" id="{DAAFF04E-B826-4BA4-9E2F-F0B385DA2580}" vid="{545CF6F9-EC09-4062-AB06-81486AB6AE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2D604CFBD334469902B7882164EF85" ma:contentTypeVersion="16" ma:contentTypeDescription="Create a new document." ma:contentTypeScope="" ma:versionID="38235b8f9a69f648f2ad1c11788d99ed">
  <xsd:schema xmlns:xsd="http://www.w3.org/2001/XMLSchema" xmlns:xs="http://www.w3.org/2001/XMLSchema" xmlns:p="http://schemas.microsoft.com/office/2006/metadata/properties" xmlns:ns2="e5b49feb-88bd-4209-98d5-8396f3006244" xmlns:ns3="cbe7ecb5-1908-4df5-8631-13f93e63fcda" xmlns:ns4="f5edaa22-d277-4005-969f-8cf8df61b74a" targetNamespace="http://schemas.microsoft.com/office/2006/metadata/properties" ma:root="true" ma:fieldsID="bfa85c1461b3eb711277ca0147d66cec" ns2:_="" ns3:_="" ns4:_="">
    <xsd:import namespace="e5b49feb-88bd-4209-98d5-8396f3006244"/>
    <xsd:import namespace="cbe7ecb5-1908-4df5-8631-13f93e63fcda"/>
    <xsd:import namespace="f5edaa22-d277-4005-969f-8cf8df61b7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49feb-88bd-4209-98d5-8396f30062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7ecb5-1908-4df5-8631-13f93e63fc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edaa22-d277-4005-969f-8cf8df61b74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0a8a4a0b-4e9e-4cf1-a99a-50bc61d48ed3}" ma:internalName="TaxCatchAll" ma:showField="CatchAllData" ma:web="f5edaa22-d277-4005-969f-8cf8df61b7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b49feb-88bd-4209-98d5-8396f3006244">
      <UserInfo>
        <DisplayName>JEEVAN CHALUMURI</DisplayName>
        <AccountId>7188</AccountId>
        <AccountType/>
      </UserInfo>
    </SharedWithUsers>
    <TaxCatchAll xmlns="f5edaa22-d277-4005-969f-8cf8df61b74a" xsi:nil="true"/>
  </documentManagement>
</p:properties>
</file>

<file path=customXml/itemProps1.xml><?xml version="1.0" encoding="utf-8"?>
<ds:datastoreItem xmlns:ds="http://schemas.openxmlformats.org/officeDocument/2006/customXml" ds:itemID="{4AC07C51-6059-4827-AD54-DEC5A7B60B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668F38-4298-4553-9335-6F7239ECD6CD}">
  <ds:schemaRefs>
    <ds:schemaRef ds:uri="cbe7ecb5-1908-4df5-8631-13f93e63fcda"/>
    <ds:schemaRef ds:uri="e5b49feb-88bd-4209-98d5-8396f3006244"/>
    <ds:schemaRef ds:uri="f5edaa22-d277-4005-969f-8cf8df61b7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0B9548-FE58-4485-B5D9-973899E1873F}">
  <ds:schemaRefs>
    <ds:schemaRef ds:uri="cbe7ecb5-1908-4df5-8631-13f93e63fcda"/>
    <ds:schemaRef ds:uri="e5b49feb-88bd-4209-98d5-8396f3006244"/>
    <ds:schemaRef ds:uri="f5edaa22-d277-4005-969f-8cf8df61b74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736</Words>
  <Application>Microsoft Office PowerPoint</Application>
  <PresentationFormat>On-screen Show (16:9)</PresentationFormat>
  <Paragraphs>268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Courier New</vt:lpstr>
      <vt:lpstr>Segoe UI</vt:lpstr>
      <vt:lpstr>L&amp;T Theme 2</vt:lpstr>
      <vt:lpstr>SHADOW PROJECT -  IoT Telemetry &amp; Anomaly Detection Platform Real-time telemetry ingestion • Kafka streaming • ML anomaly detection • Streamlit dashboard  </vt:lpstr>
      <vt:lpstr>Candidate Details </vt:lpstr>
      <vt:lpstr>Shadow Project </vt:lpstr>
      <vt:lpstr>Objective and Deliverables</vt:lpstr>
      <vt:lpstr>Deliverables</vt:lpstr>
      <vt:lpstr>Introduction</vt:lpstr>
      <vt:lpstr>PowerPoint Presentation</vt:lpstr>
      <vt:lpstr>Project Plan</vt:lpstr>
      <vt:lpstr> </vt:lpstr>
      <vt:lpstr>PowerPoint Presentation</vt:lpstr>
      <vt:lpstr>Project Architecture</vt:lpstr>
      <vt:lpstr>Progress &amp; Status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Risk &amp; Mitigation</vt:lpstr>
      <vt:lpstr>Testing &amp; Validation 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Engineering Academy (GEA)</dc:title>
  <dc:creator>Ramya Manchaiah</dc:creator>
  <cp:lastModifiedBy>Rohit Kumar</cp:lastModifiedBy>
  <cp:revision>1</cp:revision>
  <dcterms:created xsi:type="dcterms:W3CDTF">2020-09-04T19:07:05Z</dcterms:created>
  <dcterms:modified xsi:type="dcterms:W3CDTF">2026-08-20T17:40:44Z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2020-09-04T19:39:47Z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832ade06-c9cf-42a6-8b1c-0000c26f97de</vt:lpwstr>
  </property>
  <property fmtid="{D5CDD505-2E9C-101B-9397-08002B2CF9AE}" pid="8" name="MSIP_Label_4b5591f2-6b23-403d-aa5f-b6d577f5e572_ContentBits">
    <vt:lpwstr>0</vt:lpwstr>
  </property>
  <property fmtid="{D5CDD505-2E9C-101B-9397-08002B2CF9AE}" pid="9" name="ContentTypeId">
    <vt:lpwstr>0x0101006E2D604CFBD334469902B7882164EF85</vt:lpwstr>
  </property>
</Properties>
</file>